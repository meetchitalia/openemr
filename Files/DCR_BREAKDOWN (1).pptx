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8" roundtripDataSignature="AMtx7mjXeLVaGbGNQ8dZvwQZfBS66y/V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5973c1ce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75973c1ce6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75973c1ce6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c561fc7d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7c561fc7d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7c561fc7d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7c561fc7d8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7c561fc7d8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7c561fc7d8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c561fc7d8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7c561fc7d8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7c561fc7d8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c561fc7d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c561fc7d8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7c561fc7d8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c561fc7d8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c561fc7d8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7c561fc7d8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c561fc7d8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c561fc7d8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7c561fc7d8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c561fc7d8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7c561fc7d8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7c561fc7d8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7c561fc7d8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7c561fc7d8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7c561fc7d8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7c561fc7d8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7c561fc7d8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7c561fc7d8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bg>
      <p:bgPr>
        <a:gradFill>
          <a:gsLst>
            <a:gs pos="0">
              <a:schemeClr val="accent4"/>
            </a:gs>
            <a:gs pos="8000">
              <a:srgbClr val="0342DE"/>
            </a:gs>
            <a:gs pos="27000">
              <a:schemeClr val="dk1"/>
            </a:gs>
            <a:gs pos="81000">
              <a:srgbClr val="4A017E"/>
            </a:gs>
            <a:gs pos="93000">
              <a:schemeClr val="dk2"/>
            </a:gs>
            <a:gs pos="99000">
              <a:srgbClr val="FDB7FD"/>
            </a:gs>
            <a:gs pos="100000">
              <a:srgbClr val="FDB7FD"/>
            </a:gs>
          </a:gsLst>
          <a:lin ang="12600000" scaled="0"/>
        </a:gradFill>
      </p:bgPr>
    </p:bg>
    <p:spTree>
      <p:nvGrpSpPr>
        <p:cNvPr id="15"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b="0" l="0" r="0" t="0"/>
          <a:stretch/>
        </p:blipFill>
        <p:spPr>
          <a:xfrm>
            <a:off x="3" y="1"/>
            <a:ext cx="12192003" cy="6857999"/>
          </a:xfrm>
          <a:prstGeom prst="rect">
            <a:avLst/>
          </a:prstGeom>
          <a:noFill/>
          <a:ln>
            <a:noFill/>
          </a:ln>
        </p:spPr>
      </p:pic>
      <p:sp>
        <p:nvSpPr>
          <p:cNvPr id="17" name="Google Shape;17;p4"/>
          <p:cNvSpPr txBox="1"/>
          <p:nvPr>
            <p:ph type="title"/>
          </p:nvPr>
        </p:nvSpPr>
        <p:spPr>
          <a:xfrm>
            <a:off x="0" y="304799"/>
            <a:ext cx="12191998" cy="3215641"/>
          </a:xfrm>
          <a:prstGeom prst="rect">
            <a:avLst/>
          </a:prstGeom>
          <a:noFill/>
          <a:ln>
            <a:noFill/>
          </a:ln>
        </p:spPr>
        <p:txBody>
          <a:bodyPr anchorCtr="0" anchor="b" bIns="0" lIns="0" spcFirstLastPara="1" rIns="0" wrap="square" tIns="45700">
            <a:noAutofit/>
          </a:bodyPr>
          <a:lstStyle>
            <a:lvl1pPr lvl="0" algn="ctr">
              <a:lnSpc>
                <a:spcPct val="90000"/>
              </a:lnSpc>
              <a:spcBef>
                <a:spcPts val="0"/>
              </a:spcBef>
              <a:spcAft>
                <a:spcPts val="0"/>
              </a:spcAft>
              <a:buClr>
                <a:srgbClr val="1BDEF5"/>
              </a:buClr>
              <a:buSzPts val="6000"/>
              <a:buFont typeface="Arial"/>
              <a:buNone/>
              <a:defRPr sz="60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
          <p:cNvSpPr txBox="1"/>
          <p:nvPr>
            <p:ph idx="1" type="subTitle"/>
          </p:nvPr>
        </p:nvSpPr>
        <p:spPr>
          <a:xfrm>
            <a:off x="3" y="3670628"/>
            <a:ext cx="12191997" cy="257777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accent3"/>
              </a:buClr>
              <a:buSzPts val="3200"/>
              <a:buNone/>
              <a:defRPr b="0" i="0" sz="3200" cap="none">
                <a:solidFill>
                  <a:schemeClr val="accent3"/>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Title and Content 3">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19" name="Shape 19"/>
        <p:cNvGrpSpPr/>
        <p:nvPr/>
      </p:nvGrpSpPr>
      <p:grpSpPr>
        <a:xfrm>
          <a:off x="0" y="0"/>
          <a:ext cx="0" cy="0"/>
          <a:chOff x="0" y="0"/>
          <a:chExt cx="0" cy="0"/>
        </a:xfrm>
      </p:grpSpPr>
      <p:grpSp>
        <p:nvGrpSpPr>
          <p:cNvPr id="20" name="Google Shape;20;p5"/>
          <p:cNvGrpSpPr/>
          <p:nvPr/>
        </p:nvGrpSpPr>
        <p:grpSpPr>
          <a:xfrm>
            <a:off x="0" y="-6350"/>
            <a:ext cx="12185770" cy="6864350"/>
            <a:chOff x="0" y="-6350"/>
            <a:chExt cx="12185770" cy="6864350"/>
          </a:xfrm>
        </p:grpSpPr>
        <p:sp>
          <p:nvSpPr>
            <p:cNvPr id="21" name="Google Shape;21;p5"/>
            <p:cNvSpPr/>
            <p:nvPr/>
          </p:nvSpPr>
          <p:spPr>
            <a:xfrm>
              <a:off x="0" y="-6350"/>
              <a:ext cx="6160393"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2" name="Google Shape;22;p5"/>
            <p:cNvPicPr preferRelativeResize="0"/>
            <p:nvPr/>
          </p:nvPicPr>
          <p:blipFill rotWithShape="1">
            <a:blip r:embed="rId2">
              <a:alphaModFix/>
            </a:blip>
            <a:srcRect b="0" l="0" r="0" t="0"/>
            <a:stretch/>
          </p:blipFill>
          <p:spPr>
            <a:xfrm rot="5400000">
              <a:off x="5750267" y="410125"/>
              <a:ext cx="6845628" cy="6025377"/>
            </a:xfrm>
            <a:prstGeom prst="rect">
              <a:avLst/>
            </a:prstGeom>
            <a:noFill/>
            <a:ln>
              <a:noFill/>
            </a:ln>
          </p:spPr>
        </p:pic>
        <p:grpSp>
          <p:nvGrpSpPr>
            <p:cNvPr id="23" name="Google Shape;23;p5"/>
            <p:cNvGrpSpPr/>
            <p:nvPr/>
          </p:nvGrpSpPr>
          <p:grpSpPr>
            <a:xfrm rot="10800000">
              <a:off x="5304704" y="259572"/>
              <a:ext cx="584267" cy="390181"/>
              <a:chOff x="1876516" y="596691"/>
              <a:chExt cx="584267" cy="390181"/>
            </a:xfrm>
          </p:grpSpPr>
          <p:sp>
            <p:nvSpPr>
              <p:cNvPr id="24" name="Google Shape;24;p5"/>
              <p:cNvSpPr/>
              <p:nvPr/>
            </p:nvSpPr>
            <p:spPr>
              <a:xfrm>
                <a:off x="1876516" y="842493"/>
                <a:ext cx="144379" cy="144379"/>
              </a:xfrm>
              <a:prstGeom prst="ellipse">
                <a:avLst/>
              </a:prstGeom>
              <a:noFill/>
              <a:ln cap="flat" cmpd="sng" w="12700">
                <a:solidFill>
                  <a:srgbClr val="82A6FD">
                    <a:alpha val="48235"/>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 name="Google Shape;25;p5"/>
              <p:cNvSpPr/>
              <p:nvPr/>
            </p:nvSpPr>
            <p:spPr>
              <a:xfrm>
                <a:off x="2360199" y="596691"/>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
        <p:nvSpPr>
          <p:cNvPr id="26" name="Google Shape;26;p5"/>
          <p:cNvSpPr txBox="1"/>
          <p:nvPr>
            <p:ph type="title"/>
          </p:nvPr>
        </p:nvSpPr>
        <p:spPr>
          <a:xfrm>
            <a:off x="838201" y="365125"/>
            <a:ext cx="4466502" cy="19368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7" name="Google Shape;27;p5"/>
          <p:cNvCxnSpPr/>
          <p:nvPr/>
        </p:nvCxnSpPr>
        <p:spPr>
          <a:xfrm>
            <a:off x="835831" y="2620500"/>
            <a:ext cx="4471665" cy="0"/>
          </a:xfrm>
          <a:prstGeom prst="straightConnector1">
            <a:avLst/>
          </a:prstGeom>
          <a:noFill/>
          <a:ln cap="flat" cmpd="sng" w="25400">
            <a:solidFill>
              <a:srgbClr val="022C94"/>
            </a:solidFill>
            <a:prstDash val="solid"/>
            <a:miter lim="800000"/>
            <a:headEnd len="sm" w="sm" type="none"/>
            <a:tailEnd len="sm" w="sm" type="none"/>
          </a:ln>
        </p:spPr>
      </p:cxnSp>
      <p:sp>
        <p:nvSpPr>
          <p:cNvPr id="28" name="Google Shape;28;p5"/>
          <p:cNvSpPr txBox="1"/>
          <p:nvPr>
            <p:ph idx="1" type="body"/>
          </p:nvPr>
        </p:nvSpPr>
        <p:spPr>
          <a:xfrm>
            <a:off x="838201" y="3097848"/>
            <a:ext cx="4466504" cy="340518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None/>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SzPts val="1600"/>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SzPts val="1400"/>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SzPts val="1200"/>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SzPts val="1200"/>
              <a:buChar char="•"/>
              <a:defRPr sz="1200">
                <a:solidFill>
                  <a:schemeClr val="lt1"/>
                </a:solidFill>
                <a:latin typeface="Arial"/>
                <a:ea typeface="Arial"/>
                <a:cs typeface="Arial"/>
                <a:sym typeface="Aria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gradFill>
          <a:gsLst>
            <a:gs pos="0">
              <a:schemeClr val="accent4"/>
            </a:gs>
            <a:gs pos="8000">
              <a:srgbClr val="0342DE"/>
            </a:gs>
            <a:gs pos="27000">
              <a:schemeClr val="dk1"/>
            </a:gs>
            <a:gs pos="81000">
              <a:srgbClr val="4A017E"/>
            </a:gs>
            <a:gs pos="93000">
              <a:schemeClr val="dk2"/>
            </a:gs>
            <a:gs pos="99000">
              <a:srgbClr val="FDB7FD"/>
            </a:gs>
            <a:gs pos="100000">
              <a:srgbClr val="FDB7FD"/>
            </a:gs>
          </a:gsLst>
          <a:lin ang="12600000" scaled="0"/>
        </a:gra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0" l="0" r="0" t="0"/>
          <a:stretch/>
        </p:blipFill>
        <p:spPr>
          <a:xfrm>
            <a:off x="3" y="1"/>
            <a:ext cx="12192003" cy="6857999"/>
          </a:xfrm>
          <a:prstGeom prst="rect">
            <a:avLst/>
          </a:prstGeom>
          <a:noFill/>
          <a:ln>
            <a:noFill/>
          </a:ln>
        </p:spPr>
      </p:pic>
      <p:sp>
        <p:nvSpPr>
          <p:cNvPr id="31" name="Google Shape;31;p6"/>
          <p:cNvSpPr txBox="1"/>
          <p:nvPr>
            <p:ph type="title"/>
          </p:nvPr>
        </p:nvSpPr>
        <p:spPr>
          <a:xfrm>
            <a:off x="3" y="1821180"/>
            <a:ext cx="12191994" cy="3215641"/>
          </a:xfrm>
          <a:prstGeom prst="rect">
            <a:avLst/>
          </a:prstGeom>
          <a:noFill/>
          <a:ln>
            <a:noFill/>
          </a:ln>
        </p:spPr>
        <p:txBody>
          <a:bodyPr anchorCtr="0" anchor="ctr" bIns="0" lIns="0" spcFirstLastPara="1" rIns="0" wrap="square" tIns="45700">
            <a:noAutofit/>
          </a:bodyPr>
          <a:lstStyle>
            <a:lvl1pPr lvl="0" algn="ctr">
              <a:lnSpc>
                <a:spcPct val="90000"/>
              </a:lnSpc>
              <a:spcBef>
                <a:spcPts val="0"/>
              </a:spcBef>
              <a:spcAft>
                <a:spcPts val="0"/>
              </a:spcAft>
              <a:buClr>
                <a:srgbClr val="1BDEF5"/>
              </a:buClr>
              <a:buSzPts val="6000"/>
              <a:buFont typeface="Arial"/>
              <a:buNone/>
              <a:defRPr sz="60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2 column">
  <p:cSld name="4_Title and 2 column">
    <p:bg>
      <p:bgPr>
        <a:gradFill>
          <a:gsLst>
            <a:gs pos="0">
              <a:schemeClr val="accent4"/>
            </a:gs>
            <a:gs pos="14000">
              <a:srgbClr val="0342DE"/>
            </a:gs>
            <a:gs pos="31000">
              <a:srgbClr val="02090E"/>
            </a:gs>
            <a:gs pos="81000">
              <a:schemeClr val="accent6"/>
            </a:gs>
            <a:gs pos="100000">
              <a:schemeClr val="dk2"/>
            </a:gs>
          </a:gsLst>
          <a:lin ang="12600000" scaled="0"/>
        </a:gradFill>
      </p:bgPr>
    </p:bg>
    <p:spTree>
      <p:nvGrpSpPr>
        <p:cNvPr id="32" name="Shape 32"/>
        <p:cNvGrpSpPr/>
        <p:nvPr/>
      </p:nvGrpSpPr>
      <p:grpSpPr>
        <a:xfrm>
          <a:off x="0" y="0"/>
          <a:ext cx="0" cy="0"/>
          <a:chOff x="0" y="0"/>
          <a:chExt cx="0" cy="0"/>
        </a:xfrm>
      </p:grpSpPr>
      <p:sp>
        <p:nvSpPr>
          <p:cNvPr id="33" name="Google Shape;33;p7"/>
          <p:cNvSpPr/>
          <p:nvPr/>
        </p:nvSpPr>
        <p:spPr>
          <a:xfrm>
            <a:off x="321869" y="343814"/>
            <a:ext cx="11550701" cy="6210605"/>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 name="Google Shape;34;p7"/>
          <p:cNvSpPr txBox="1"/>
          <p:nvPr>
            <p:ph type="title"/>
          </p:nvPr>
        </p:nvSpPr>
        <p:spPr>
          <a:xfrm>
            <a:off x="321869" y="579120"/>
            <a:ext cx="11548261" cy="2733306"/>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3200"/>
              <a:buFont typeface="Arial"/>
              <a:buNone/>
              <a:defRPr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subTitle"/>
          </p:nvPr>
        </p:nvSpPr>
        <p:spPr>
          <a:xfrm>
            <a:off x="321868" y="3484615"/>
            <a:ext cx="11562303" cy="2387865"/>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rgbClr val="1BDEF5"/>
              </a:buClr>
              <a:buSzPts val="6000"/>
              <a:buNone/>
              <a:defRPr b="0" i="0" sz="6000" cap="none">
                <a:solidFill>
                  <a:srgbClr val="1BDEF5"/>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7"/>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7"/>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bg>
      <p:bgPr>
        <a:gradFill>
          <a:gsLst>
            <a:gs pos="0">
              <a:schemeClr val="accent4"/>
            </a:gs>
            <a:gs pos="14000">
              <a:srgbClr val="0342DE"/>
            </a:gs>
            <a:gs pos="31000">
              <a:srgbClr val="02090E"/>
            </a:gs>
            <a:gs pos="79000">
              <a:schemeClr val="accent6"/>
            </a:gs>
            <a:gs pos="100000">
              <a:schemeClr val="dk2"/>
            </a:gs>
          </a:gsLst>
          <a:lin ang="5400000" scaled="0"/>
        </a:gradFill>
      </p:bgPr>
    </p:bg>
    <p:spTree>
      <p:nvGrpSpPr>
        <p:cNvPr id="38" name="Shape 38"/>
        <p:cNvGrpSpPr/>
        <p:nvPr/>
      </p:nvGrpSpPr>
      <p:grpSpPr>
        <a:xfrm>
          <a:off x="0" y="0"/>
          <a:ext cx="0" cy="0"/>
          <a:chOff x="0" y="0"/>
          <a:chExt cx="0" cy="0"/>
        </a:xfrm>
      </p:grpSpPr>
      <p:sp>
        <p:nvSpPr>
          <p:cNvPr id="39" name="Google Shape;39;p8"/>
          <p:cNvSpPr/>
          <p:nvPr/>
        </p:nvSpPr>
        <p:spPr>
          <a:xfrm>
            <a:off x="2" y="1"/>
            <a:ext cx="12191997" cy="6857998"/>
          </a:xfrm>
          <a:prstGeom prst="rect">
            <a:avLst/>
          </a:prstGeom>
          <a:gradFill>
            <a:gsLst>
              <a:gs pos="0">
                <a:srgbClr val="1A012C"/>
              </a:gs>
              <a:gs pos="45000">
                <a:srgbClr val="1A012C">
                  <a:alpha val="49411"/>
                </a:srgbClr>
              </a:gs>
              <a:gs pos="100000">
                <a:srgbClr val="4A017E">
                  <a:alpha val="49411"/>
                </a:srgbClr>
              </a:gs>
            </a:gsLst>
            <a:path path="circle">
              <a:fillToRect b="50%" l="50%" r="50%" t="50%"/>
            </a:path>
            <a:tileRect/>
          </a:gradFill>
          <a:ln cap="flat" cmpd="sng" w="12700">
            <a:solidFill>
              <a:srgbClr val="6966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0" name="Google Shape;40;p8"/>
          <p:cNvSpPr/>
          <p:nvPr/>
        </p:nvSpPr>
        <p:spPr>
          <a:xfrm>
            <a:off x="1" y="-6350"/>
            <a:ext cx="6096000"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41" name="Google Shape;41;p8"/>
          <p:cNvSpPr txBox="1"/>
          <p:nvPr>
            <p:ph type="title"/>
          </p:nvPr>
        </p:nvSpPr>
        <p:spPr>
          <a:xfrm>
            <a:off x="799891" y="511762"/>
            <a:ext cx="4960830" cy="278515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2400"/>
              <a:buFont typeface="Arial"/>
              <a:buNone/>
              <a:defRPr sz="2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
          <p:cNvSpPr txBox="1"/>
          <p:nvPr>
            <p:ph idx="1" type="subTitle"/>
          </p:nvPr>
        </p:nvSpPr>
        <p:spPr>
          <a:xfrm>
            <a:off x="802640" y="3484615"/>
            <a:ext cx="4958081" cy="2387865"/>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rgbClr val="1BDEF5"/>
              </a:buClr>
              <a:buSzPts val="3200"/>
              <a:buNone/>
              <a:defRPr b="0" i="0" sz="3200" cap="none">
                <a:solidFill>
                  <a:srgbClr val="1BDEF5"/>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8"/>
          <p:cNvSpPr/>
          <p:nvPr>
            <p:ph idx="2" type="pic"/>
          </p:nvPr>
        </p:nvSpPr>
        <p:spPr>
          <a:xfrm>
            <a:off x="6497638" y="336550"/>
            <a:ext cx="5322887" cy="6184900"/>
          </a:xfrm>
          <a:prstGeom prst="rect">
            <a:avLst/>
          </a:prstGeom>
          <a:noFill/>
          <a:ln>
            <a:noFill/>
          </a:ln>
        </p:spPr>
      </p:sp>
      <p:sp>
        <p:nvSpPr>
          <p:cNvPr id="44" name="Google Shape;44;p8"/>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2 column">
  <p:cSld name="6_Title and 2 column">
    <p:bg>
      <p:bgPr>
        <a:gradFill>
          <a:gsLst>
            <a:gs pos="0">
              <a:schemeClr val="accent4"/>
            </a:gs>
            <a:gs pos="14000">
              <a:srgbClr val="0342DE"/>
            </a:gs>
            <a:gs pos="55000">
              <a:srgbClr val="02090E"/>
            </a:gs>
            <a:gs pos="79000">
              <a:schemeClr val="accent6"/>
            </a:gs>
            <a:gs pos="100000">
              <a:schemeClr val="dk2"/>
            </a:gs>
          </a:gsLst>
          <a:lin ang="7800000" scaled="0"/>
        </a:gradFill>
      </p:bgPr>
    </p:bg>
    <p:spTree>
      <p:nvGrpSpPr>
        <p:cNvPr id="46" name="Shape 46"/>
        <p:cNvGrpSpPr/>
        <p:nvPr/>
      </p:nvGrpSpPr>
      <p:grpSpPr>
        <a:xfrm>
          <a:off x="0" y="0"/>
          <a:ext cx="0" cy="0"/>
          <a:chOff x="0" y="0"/>
          <a:chExt cx="0" cy="0"/>
        </a:xfrm>
      </p:grpSpPr>
      <p:pic>
        <p:nvPicPr>
          <p:cNvPr id="47" name="Google Shape;47;p9"/>
          <p:cNvPicPr preferRelativeResize="0"/>
          <p:nvPr/>
        </p:nvPicPr>
        <p:blipFill rotWithShape="1">
          <a:blip r:embed="rId2">
            <a:alphaModFix/>
          </a:blip>
          <a:srcRect b="0" l="0" r="0" t="0"/>
          <a:stretch/>
        </p:blipFill>
        <p:spPr>
          <a:xfrm>
            <a:off x="0" y="-6350"/>
            <a:ext cx="2356339" cy="6853863"/>
          </a:xfrm>
          <a:prstGeom prst="rect">
            <a:avLst/>
          </a:prstGeom>
          <a:noFill/>
          <a:ln>
            <a:noFill/>
          </a:ln>
        </p:spPr>
      </p:pic>
      <p:sp>
        <p:nvSpPr>
          <p:cNvPr id="48" name="Google Shape;48;p9"/>
          <p:cNvSpPr/>
          <p:nvPr/>
        </p:nvSpPr>
        <p:spPr>
          <a:xfrm>
            <a:off x="2356339" y="-6350"/>
            <a:ext cx="9831801"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49" name="Google Shape;49;p9"/>
          <p:cNvCxnSpPr/>
          <p:nvPr/>
        </p:nvCxnSpPr>
        <p:spPr>
          <a:xfrm>
            <a:off x="3305669" y="2002443"/>
            <a:ext cx="7922116" cy="0"/>
          </a:xfrm>
          <a:prstGeom prst="straightConnector1">
            <a:avLst/>
          </a:prstGeom>
          <a:noFill/>
          <a:ln cap="flat" cmpd="sng" w="25400">
            <a:solidFill>
              <a:srgbClr val="022C94"/>
            </a:solidFill>
            <a:prstDash val="solid"/>
            <a:miter lim="800000"/>
            <a:headEnd len="sm" w="sm" type="none"/>
            <a:tailEnd len="sm" w="sm" type="none"/>
          </a:ln>
        </p:spPr>
      </p:cxnSp>
      <p:sp>
        <p:nvSpPr>
          <p:cNvPr id="50" name="Google Shape;50;p9"/>
          <p:cNvSpPr txBox="1"/>
          <p:nvPr>
            <p:ph type="title"/>
          </p:nvPr>
        </p:nvSpPr>
        <p:spPr>
          <a:xfrm>
            <a:off x="3305669" y="113097"/>
            <a:ext cx="7420819" cy="1656304"/>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
          <p:cNvSpPr txBox="1"/>
          <p:nvPr>
            <p:ph idx="1" type="body"/>
          </p:nvPr>
        </p:nvSpPr>
        <p:spPr>
          <a:xfrm>
            <a:off x="3305669" y="2470150"/>
            <a:ext cx="7420819" cy="3676649"/>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chemeClr val="accent3"/>
              </a:buClr>
              <a:buSzPts val="1800"/>
              <a:buFont typeface="Arial"/>
              <a:buChar char="•"/>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Clr>
                <a:schemeClr val="accent3"/>
              </a:buClr>
              <a:buSzPts val="1600"/>
              <a:buFont typeface="Arial"/>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Clr>
                <a:schemeClr val="accent3"/>
              </a:buClr>
              <a:buSzPts val="1400"/>
              <a:buFont typeface="Arial"/>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Clr>
                <a:schemeClr val="accent3"/>
              </a:buClr>
              <a:buSzPts val="1200"/>
              <a:buFont typeface="Arial"/>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Clr>
                <a:schemeClr val="accent3"/>
              </a:buClr>
              <a:buSzPts val="1200"/>
              <a:buFont typeface="Arial"/>
              <a:buChar char="•"/>
              <a:defRPr sz="1200">
                <a:solidFill>
                  <a:schemeClr val="lt1"/>
                </a:solidFill>
                <a:latin typeface="Arial"/>
                <a:ea typeface="Arial"/>
                <a:cs typeface="Arial"/>
                <a:sym typeface="Aria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9"/>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2 column">
  <p:cSld name="3_Title and 2 column">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54" name="Shape 54"/>
        <p:cNvGrpSpPr/>
        <p:nvPr/>
      </p:nvGrpSpPr>
      <p:grpSpPr>
        <a:xfrm>
          <a:off x="0" y="0"/>
          <a:ext cx="0" cy="0"/>
          <a:chOff x="0" y="0"/>
          <a:chExt cx="0" cy="0"/>
        </a:xfrm>
      </p:grpSpPr>
      <p:grpSp>
        <p:nvGrpSpPr>
          <p:cNvPr id="55" name="Google Shape;55;p10"/>
          <p:cNvGrpSpPr/>
          <p:nvPr/>
        </p:nvGrpSpPr>
        <p:grpSpPr>
          <a:xfrm>
            <a:off x="3" y="2"/>
            <a:ext cx="12191997" cy="6857998"/>
            <a:chOff x="3" y="2"/>
            <a:chExt cx="12191997" cy="6857998"/>
          </a:xfrm>
        </p:grpSpPr>
        <p:sp>
          <p:nvSpPr>
            <p:cNvPr id="56" name="Google Shape;56;p10"/>
            <p:cNvSpPr/>
            <p:nvPr/>
          </p:nvSpPr>
          <p:spPr>
            <a:xfrm>
              <a:off x="3" y="2"/>
              <a:ext cx="12191997" cy="6857998"/>
            </a:xfrm>
            <a:prstGeom prst="rect">
              <a:avLst/>
            </a:prstGeom>
            <a:gradFill>
              <a:gsLst>
                <a:gs pos="0">
                  <a:srgbClr val="1A012C"/>
                </a:gs>
                <a:gs pos="45000">
                  <a:srgbClr val="1A012C">
                    <a:alpha val="49411"/>
                  </a:srgbClr>
                </a:gs>
                <a:gs pos="100000">
                  <a:srgbClr val="4A017E">
                    <a:alpha val="49411"/>
                  </a:srgbClr>
                </a:gs>
              </a:gsLst>
              <a:path path="circle">
                <a:fillToRect b="50%" l="50%" r="50%" t="50%"/>
              </a:path>
              <a:tileRect/>
            </a:gradFill>
            <a:ln cap="flat" cmpd="sng" w="12700">
              <a:solidFill>
                <a:srgbClr val="69662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7" name="Google Shape;57;p10"/>
            <p:cNvPicPr preferRelativeResize="0"/>
            <p:nvPr/>
          </p:nvPicPr>
          <p:blipFill rotWithShape="1">
            <a:blip r:embed="rId2">
              <a:alphaModFix/>
            </a:blip>
            <a:srcRect b="0" l="0" r="0" t="0"/>
            <a:stretch/>
          </p:blipFill>
          <p:spPr>
            <a:xfrm>
              <a:off x="3" y="2"/>
              <a:ext cx="12191994" cy="6857996"/>
            </a:xfrm>
            <a:prstGeom prst="rect">
              <a:avLst/>
            </a:prstGeom>
            <a:noFill/>
            <a:ln>
              <a:noFill/>
            </a:ln>
          </p:spPr>
        </p:pic>
        <p:grpSp>
          <p:nvGrpSpPr>
            <p:cNvPr id="58" name="Google Shape;58;p10"/>
            <p:cNvGrpSpPr/>
            <p:nvPr/>
          </p:nvGrpSpPr>
          <p:grpSpPr>
            <a:xfrm rot="5400000">
              <a:off x="1645776" y="1222395"/>
              <a:ext cx="431603" cy="412684"/>
              <a:chOff x="1870859" y="869908"/>
              <a:chExt cx="431603" cy="412684"/>
            </a:xfrm>
          </p:grpSpPr>
          <p:sp>
            <p:nvSpPr>
              <p:cNvPr id="59" name="Google Shape;59;p10"/>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 name="Google Shape;60;p10"/>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1" name="Google Shape;61;p10"/>
            <p:cNvGrpSpPr/>
            <p:nvPr/>
          </p:nvGrpSpPr>
          <p:grpSpPr>
            <a:xfrm rot="-973298">
              <a:off x="10248169" y="5448942"/>
              <a:ext cx="431603" cy="412684"/>
              <a:chOff x="1870859" y="869908"/>
              <a:chExt cx="431603" cy="412684"/>
            </a:xfrm>
          </p:grpSpPr>
          <p:sp>
            <p:nvSpPr>
              <p:cNvPr id="62" name="Google Shape;62;p10"/>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10"/>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
        <p:nvSpPr>
          <p:cNvPr id="64" name="Google Shape;64;p10"/>
          <p:cNvSpPr txBox="1"/>
          <p:nvPr>
            <p:ph type="title"/>
          </p:nvPr>
        </p:nvSpPr>
        <p:spPr>
          <a:xfrm>
            <a:off x="2932448" y="264160"/>
            <a:ext cx="6327105" cy="3373973"/>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0"/>
          <p:cNvSpPr txBox="1"/>
          <p:nvPr>
            <p:ph idx="1" type="subTitle"/>
          </p:nvPr>
        </p:nvSpPr>
        <p:spPr>
          <a:xfrm>
            <a:off x="2932448" y="3962135"/>
            <a:ext cx="6327105" cy="2653771"/>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lt1"/>
              </a:buClr>
              <a:buSzPts val="1800"/>
              <a:buNone/>
              <a:defRPr b="0" i="0" sz="1800" cap="none">
                <a:solidFill>
                  <a:schemeClr val="lt1"/>
                </a:solidFill>
                <a:latin typeface="Arial"/>
                <a:ea typeface="Arial"/>
                <a:cs typeface="Arial"/>
                <a:sym typeface="Aria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2 column">
  <p:cSld name="7_Title and 2 column">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66" name="Shape 66"/>
        <p:cNvGrpSpPr/>
        <p:nvPr/>
      </p:nvGrpSpPr>
      <p:grpSpPr>
        <a:xfrm>
          <a:off x="0" y="0"/>
          <a:ext cx="0" cy="0"/>
          <a:chOff x="0" y="0"/>
          <a:chExt cx="0" cy="0"/>
        </a:xfrm>
      </p:grpSpPr>
      <p:grpSp>
        <p:nvGrpSpPr>
          <p:cNvPr id="67" name="Google Shape;67;p11"/>
          <p:cNvGrpSpPr/>
          <p:nvPr/>
        </p:nvGrpSpPr>
        <p:grpSpPr>
          <a:xfrm>
            <a:off x="-1" y="-6350"/>
            <a:ext cx="12192000" cy="6864350"/>
            <a:chOff x="-1" y="-6350"/>
            <a:chExt cx="12192000" cy="6864350"/>
          </a:xfrm>
        </p:grpSpPr>
        <p:sp>
          <p:nvSpPr>
            <p:cNvPr id="68" name="Google Shape;68;p11"/>
            <p:cNvSpPr/>
            <p:nvPr/>
          </p:nvSpPr>
          <p:spPr>
            <a:xfrm>
              <a:off x="1428750" y="-6350"/>
              <a:ext cx="10763249"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blue and purple spiral&#10;&#10;Description automatically generated" id="69" name="Google Shape;69;p11"/>
            <p:cNvPicPr preferRelativeResize="0"/>
            <p:nvPr/>
          </p:nvPicPr>
          <p:blipFill rotWithShape="1">
            <a:blip r:embed="rId2">
              <a:alphaModFix/>
            </a:blip>
            <a:srcRect b="-92" l="0" r="0" t="0"/>
            <a:stretch/>
          </p:blipFill>
          <p:spPr>
            <a:xfrm flipH="1">
              <a:off x="-1" y="0"/>
              <a:ext cx="1428751" cy="6858000"/>
            </a:xfrm>
            <a:prstGeom prst="rect">
              <a:avLst/>
            </a:prstGeom>
            <a:noFill/>
            <a:ln>
              <a:noFill/>
            </a:ln>
          </p:spPr>
        </p:pic>
        <p:grpSp>
          <p:nvGrpSpPr>
            <p:cNvPr id="70" name="Google Shape;70;p11"/>
            <p:cNvGrpSpPr/>
            <p:nvPr/>
          </p:nvGrpSpPr>
          <p:grpSpPr>
            <a:xfrm>
              <a:off x="10649689" y="4382998"/>
              <a:ext cx="754139" cy="1865729"/>
              <a:chOff x="653351" y="2693558"/>
              <a:chExt cx="754139" cy="1865729"/>
            </a:xfrm>
          </p:grpSpPr>
          <p:sp>
            <p:nvSpPr>
              <p:cNvPr id="71" name="Google Shape;71;p11"/>
              <p:cNvSpPr/>
              <p:nvPr/>
            </p:nvSpPr>
            <p:spPr>
              <a:xfrm>
                <a:off x="1098137" y="2693558"/>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11"/>
              <p:cNvSpPr/>
              <p:nvPr/>
            </p:nvSpPr>
            <p:spPr>
              <a:xfrm>
                <a:off x="1306906" y="3837599"/>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11"/>
              <p:cNvSpPr/>
              <p:nvPr/>
            </p:nvSpPr>
            <p:spPr>
              <a:xfrm>
                <a:off x="653351" y="4521502"/>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4" name="Google Shape;74;p11"/>
            <p:cNvGrpSpPr/>
            <p:nvPr/>
          </p:nvGrpSpPr>
          <p:grpSpPr>
            <a:xfrm>
              <a:off x="1870859" y="869908"/>
              <a:ext cx="431603" cy="412684"/>
              <a:chOff x="1870859" y="869908"/>
              <a:chExt cx="431603" cy="412684"/>
            </a:xfrm>
          </p:grpSpPr>
          <p:sp>
            <p:nvSpPr>
              <p:cNvPr id="75" name="Google Shape;75;p11"/>
              <p:cNvSpPr/>
              <p:nvPr/>
            </p:nvSpPr>
            <p:spPr>
              <a:xfrm rot="10800000">
                <a:off x="1870859" y="1154576"/>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 name="Google Shape;76;p11"/>
              <p:cNvSpPr/>
              <p:nvPr/>
            </p:nvSpPr>
            <p:spPr>
              <a:xfrm>
                <a:off x="2256743" y="869908"/>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cxnSp>
        <p:nvCxnSpPr>
          <p:cNvPr id="77" name="Google Shape;77;p11"/>
          <p:cNvCxnSpPr/>
          <p:nvPr/>
        </p:nvCxnSpPr>
        <p:spPr>
          <a:xfrm>
            <a:off x="2369139" y="2002443"/>
            <a:ext cx="8873530" cy="0"/>
          </a:xfrm>
          <a:prstGeom prst="straightConnector1">
            <a:avLst/>
          </a:prstGeom>
          <a:noFill/>
          <a:ln cap="flat" cmpd="sng" w="25400">
            <a:solidFill>
              <a:srgbClr val="022C94"/>
            </a:solidFill>
            <a:prstDash val="solid"/>
            <a:miter lim="800000"/>
            <a:headEnd len="sm" w="sm" type="none"/>
            <a:tailEnd len="sm" w="sm" type="none"/>
          </a:ln>
        </p:spPr>
      </p:cxnSp>
      <p:sp>
        <p:nvSpPr>
          <p:cNvPr id="78" name="Google Shape;78;p11"/>
          <p:cNvSpPr txBox="1"/>
          <p:nvPr>
            <p:ph type="title"/>
          </p:nvPr>
        </p:nvSpPr>
        <p:spPr>
          <a:xfrm>
            <a:off x="2399620" y="162560"/>
            <a:ext cx="8843050" cy="1616904"/>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txBox="1"/>
          <p:nvPr>
            <p:ph idx="1" type="body"/>
          </p:nvPr>
        </p:nvSpPr>
        <p:spPr>
          <a:xfrm>
            <a:off x="2373002" y="2474811"/>
            <a:ext cx="4015098" cy="35283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1"/>
          <p:cNvSpPr txBox="1"/>
          <p:nvPr>
            <p:ph idx="2" type="body"/>
          </p:nvPr>
        </p:nvSpPr>
        <p:spPr>
          <a:xfrm>
            <a:off x="6995159" y="2474811"/>
            <a:ext cx="4227332" cy="35283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1"/>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2 column">
  <p:cSld name="8_Title and 2 column">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83" name="Shape 83"/>
        <p:cNvGrpSpPr/>
        <p:nvPr/>
      </p:nvGrpSpPr>
      <p:grpSpPr>
        <a:xfrm>
          <a:off x="0" y="0"/>
          <a:ext cx="0" cy="0"/>
          <a:chOff x="0" y="0"/>
          <a:chExt cx="0" cy="0"/>
        </a:xfrm>
      </p:grpSpPr>
      <p:sp>
        <p:nvSpPr>
          <p:cNvPr id="84" name="Google Shape;84;p12"/>
          <p:cNvSpPr/>
          <p:nvPr/>
        </p:nvSpPr>
        <p:spPr>
          <a:xfrm>
            <a:off x="321869" y="343814"/>
            <a:ext cx="11550701" cy="6210605"/>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85" name="Google Shape;85;p12"/>
          <p:cNvCxnSpPr/>
          <p:nvPr/>
        </p:nvCxnSpPr>
        <p:spPr>
          <a:xfrm>
            <a:off x="807039" y="1983705"/>
            <a:ext cx="10435630" cy="0"/>
          </a:xfrm>
          <a:prstGeom prst="straightConnector1">
            <a:avLst/>
          </a:prstGeom>
          <a:noFill/>
          <a:ln cap="flat" cmpd="sng" w="25400">
            <a:solidFill>
              <a:srgbClr val="022C94"/>
            </a:solidFill>
            <a:prstDash val="solid"/>
            <a:miter lim="800000"/>
            <a:headEnd len="sm" w="sm" type="none"/>
            <a:tailEnd len="sm" w="sm" type="none"/>
          </a:ln>
        </p:spPr>
      </p:cxnSp>
      <p:grpSp>
        <p:nvGrpSpPr>
          <p:cNvPr id="86" name="Google Shape;86;p12"/>
          <p:cNvGrpSpPr/>
          <p:nvPr/>
        </p:nvGrpSpPr>
        <p:grpSpPr>
          <a:xfrm flipH="1" rot="10800000">
            <a:off x="10488530" y="4210019"/>
            <a:ext cx="754139" cy="1865729"/>
            <a:chOff x="653351" y="2693558"/>
            <a:chExt cx="754139" cy="1865729"/>
          </a:xfrm>
        </p:grpSpPr>
        <p:sp>
          <p:nvSpPr>
            <p:cNvPr id="87" name="Google Shape;87;p12"/>
            <p:cNvSpPr/>
            <p:nvPr/>
          </p:nvSpPr>
          <p:spPr>
            <a:xfrm>
              <a:off x="1098137" y="2693558"/>
              <a:ext cx="128016" cy="128016"/>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12"/>
            <p:cNvSpPr/>
            <p:nvPr/>
          </p:nvSpPr>
          <p:spPr>
            <a:xfrm>
              <a:off x="1306906" y="3837599"/>
              <a:ext cx="100584" cy="100584"/>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12"/>
            <p:cNvSpPr/>
            <p:nvPr/>
          </p:nvSpPr>
          <p:spPr>
            <a:xfrm>
              <a:off x="653351" y="4521502"/>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90" name="Google Shape;90;p12"/>
          <p:cNvSpPr txBox="1"/>
          <p:nvPr>
            <p:ph type="title"/>
          </p:nvPr>
        </p:nvSpPr>
        <p:spPr>
          <a:xfrm>
            <a:off x="741680" y="430482"/>
            <a:ext cx="10500989" cy="132746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 type="body"/>
          </p:nvPr>
        </p:nvSpPr>
        <p:spPr>
          <a:xfrm>
            <a:off x="807038" y="2465539"/>
            <a:ext cx="3774587" cy="3723753"/>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rgbClr val="1BDEF5"/>
              </a:buClr>
              <a:buSzPts val="1800"/>
              <a:buFont typeface="Arial"/>
              <a:buAutoNum type="arabicPeriod"/>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AutoNum type="alphaLcPeriod"/>
              <a:defRPr sz="1800">
                <a:solidFill>
                  <a:schemeClr val="lt1"/>
                </a:solidFill>
                <a:latin typeface="Arial"/>
                <a:ea typeface="Arial"/>
                <a:cs typeface="Arial"/>
                <a:sym typeface="Arial"/>
              </a:defRPr>
            </a:lvl2pPr>
            <a:lvl3pPr indent="-342900" lvl="2" marL="1371600" algn="l">
              <a:lnSpc>
                <a:spcPct val="120000"/>
              </a:lnSpc>
              <a:spcBef>
                <a:spcPts val="1000"/>
              </a:spcBef>
              <a:spcAft>
                <a:spcPts val="0"/>
              </a:spcAft>
              <a:buClr>
                <a:srgbClr val="1BDEF5"/>
              </a:buClr>
              <a:buSzPts val="1800"/>
              <a:buFont typeface="Arial"/>
              <a:buAutoNum type="arabicParenR"/>
              <a:defRPr sz="1800">
                <a:solidFill>
                  <a:schemeClr val="lt1"/>
                </a:solidFill>
                <a:latin typeface="Arial"/>
                <a:ea typeface="Arial"/>
                <a:cs typeface="Arial"/>
                <a:sym typeface="Arial"/>
              </a:defRPr>
            </a:lvl3pPr>
            <a:lvl4pPr indent="-342900" lvl="3" marL="1828800" algn="l">
              <a:lnSpc>
                <a:spcPct val="120000"/>
              </a:lnSpc>
              <a:spcBef>
                <a:spcPts val="1000"/>
              </a:spcBef>
              <a:spcAft>
                <a:spcPts val="0"/>
              </a:spcAft>
              <a:buClr>
                <a:srgbClr val="1BDEF5"/>
              </a:buClr>
              <a:buSzPts val="1800"/>
              <a:buFont typeface="Arial"/>
              <a:buAutoNum type="alphaLcParen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2"/>
          <p:cNvSpPr txBox="1"/>
          <p:nvPr>
            <p:ph idx="2" type="body"/>
          </p:nvPr>
        </p:nvSpPr>
        <p:spPr>
          <a:xfrm>
            <a:off x="4927600" y="2465539"/>
            <a:ext cx="6315069" cy="3723753"/>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2pPr>
            <a:lvl3pPr indent="-342900" lvl="2" marL="13716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3pPr>
            <a:lvl4pPr indent="-342900" lvl="3" marL="1828800" algn="l">
              <a:lnSpc>
                <a:spcPct val="120000"/>
              </a:lnSpc>
              <a:spcBef>
                <a:spcPts val="1000"/>
              </a:spcBef>
              <a:spcAft>
                <a:spcPts val="0"/>
              </a:spcAft>
              <a:buClr>
                <a:srgbClr val="1BDEF5"/>
              </a:buClr>
              <a:buSzPts val="1800"/>
              <a:buFont typeface="Arial"/>
              <a:buChar cha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2"/>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2 column">
  <p:cSld name="2_Title and 2 column">
    <p:bg>
      <p:bgPr>
        <a:gradFill>
          <a:gsLst>
            <a:gs pos="0">
              <a:schemeClr val="accent4"/>
            </a:gs>
            <a:gs pos="14000">
              <a:srgbClr val="0342DE"/>
            </a:gs>
            <a:gs pos="55000">
              <a:srgbClr val="02090E"/>
            </a:gs>
            <a:gs pos="81000">
              <a:schemeClr val="accent6"/>
            </a:gs>
            <a:gs pos="100000">
              <a:schemeClr val="dk2"/>
            </a:gs>
          </a:gsLst>
          <a:lin ang="7800000" scaled="0"/>
        </a:gradFill>
      </p:bgPr>
    </p:bg>
    <p:spTree>
      <p:nvGrpSpPr>
        <p:cNvPr id="95" name="Shape 95"/>
        <p:cNvGrpSpPr/>
        <p:nvPr/>
      </p:nvGrpSpPr>
      <p:grpSpPr>
        <a:xfrm>
          <a:off x="0" y="0"/>
          <a:ext cx="0" cy="0"/>
          <a:chOff x="0" y="0"/>
          <a:chExt cx="0" cy="0"/>
        </a:xfrm>
      </p:grpSpPr>
      <p:sp>
        <p:nvSpPr>
          <p:cNvPr id="96" name="Google Shape;96;p13"/>
          <p:cNvSpPr/>
          <p:nvPr/>
        </p:nvSpPr>
        <p:spPr>
          <a:xfrm>
            <a:off x="6039728" y="-6350"/>
            <a:ext cx="6154615"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7" name="Google Shape;97;p13"/>
          <p:cNvSpPr txBox="1"/>
          <p:nvPr>
            <p:ph type="title"/>
          </p:nvPr>
        </p:nvSpPr>
        <p:spPr>
          <a:xfrm>
            <a:off x="6889627" y="173736"/>
            <a:ext cx="4352662" cy="220370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3"/>
          <p:cNvSpPr/>
          <p:nvPr>
            <p:ph idx="2" type="pic"/>
          </p:nvPr>
        </p:nvSpPr>
        <p:spPr>
          <a:xfrm>
            <a:off x="336550" y="336550"/>
            <a:ext cx="5303640" cy="6184900"/>
          </a:xfrm>
          <a:prstGeom prst="rect">
            <a:avLst/>
          </a:prstGeom>
          <a:noFill/>
          <a:ln>
            <a:noFill/>
          </a:ln>
        </p:spPr>
      </p:sp>
      <p:sp>
        <p:nvSpPr>
          <p:cNvPr id="99" name="Google Shape;99;p13"/>
          <p:cNvSpPr txBox="1"/>
          <p:nvPr>
            <p:ph idx="1" type="body"/>
          </p:nvPr>
        </p:nvSpPr>
        <p:spPr>
          <a:xfrm>
            <a:off x="6889627" y="3104277"/>
            <a:ext cx="4371560" cy="3022201"/>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chemeClr val="accent3"/>
              </a:buClr>
              <a:buSzPts val="1800"/>
              <a:buFont typeface="Arial"/>
              <a:buChar char="•"/>
              <a:defRPr sz="1800"/>
            </a:lvl2pPr>
            <a:lvl3pPr indent="-342900" lvl="2" marL="1371600" algn="l">
              <a:lnSpc>
                <a:spcPct val="120000"/>
              </a:lnSpc>
              <a:spcBef>
                <a:spcPts val="1000"/>
              </a:spcBef>
              <a:spcAft>
                <a:spcPts val="0"/>
              </a:spcAft>
              <a:buClr>
                <a:schemeClr val="accent3"/>
              </a:buClr>
              <a:buSzPts val="1800"/>
              <a:buFont typeface="Arial"/>
              <a:buChar char="•"/>
              <a:defRPr sz="1800"/>
            </a:lvl3pPr>
            <a:lvl4pPr indent="-342900" lvl="3" marL="1828800" algn="l">
              <a:lnSpc>
                <a:spcPct val="120000"/>
              </a:lnSpc>
              <a:spcBef>
                <a:spcPts val="1000"/>
              </a:spcBef>
              <a:spcAft>
                <a:spcPts val="0"/>
              </a:spcAft>
              <a:buClr>
                <a:schemeClr val="accent3"/>
              </a:buClr>
              <a:buSzPts val="1800"/>
              <a:buFont typeface="Arial"/>
              <a:buChar char="•"/>
              <a:defRPr sz="1800"/>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3"/>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01" name="Google Shape;101;p13"/>
          <p:cNvCxnSpPr/>
          <p:nvPr/>
        </p:nvCxnSpPr>
        <p:spPr>
          <a:xfrm>
            <a:off x="6889627" y="2679480"/>
            <a:ext cx="4352662" cy="0"/>
          </a:xfrm>
          <a:prstGeom prst="straightConnector1">
            <a:avLst/>
          </a:prstGeom>
          <a:noFill/>
          <a:ln cap="flat" cmpd="sng" w="25400">
            <a:solidFill>
              <a:srgbClr val="022C94"/>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2 column">
  <p:cSld name="9_Title and 2 column">
    <p:bg>
      <p:bgPr>
        <a:gradFill>
          <a:gsLst>
            <a:gs pos="0">
              <a:schemeClr val="accent4"/>
            </a:gs>
            <a:gs pos="14000">
              <a:srgbClr val="0342DE"/>
            </a:gs>
            <a:gs pos="55000">
              <a:srgbClr val="02090E"/>
            </a:gs>
            <a:gs pos="81000">
              <a:schemeClr val="accent6"/>
            </a:gs>
            <a:gs pos="100000">
              <a:schemeClr val="dk2"/>
            </a:gs>
          </a:gsLst>
          <a:lin ang="2700000" scaled="0"/>
        </a:gradFill>
      </p:bgPr>
    </p:bg>
    <p:spTree>
      <p:nvGrpSpPr>
        <p:cNvPr id="102" name="Shape 102"/>
        <p:cNvGrpSpPr/>
        <p:nvPr/>
      </p:nvGrpSpPr>
      <p:grpSpPr>
        <a:xfrm>
          <a:off x="0" y="0"/>
          <a:ext cx="0" cy="0"/>
          <a:chOff x="0" y="0"/>
          <a:chExt cx="0" cy="0"/>
        </a:xfrm>
      </p:grpSpPr>
      <p:sp>
        <p:nvSpPr>
          <p:cNvPr id="103" name="Google Shape;103;p14"/>
          <p:cNvSpPr/>
          <p:nvPr/>
        </p:nvSpPr>
        <p:spPr>
          <a:xfrm>
            <a:off x="0" y="-6350"/>
            <a:ext cx="4646951" cy="686435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cxnSp>
        <p:nvCxnSpPr>
          <p:cNvPr id="104" name="Google Shape;104;p14"/>
          <p:cNvCxnSpPr/>
          <p:nvPr/>
        </p:nvCxnSpPr>
        <p:spPr>
          <a:xfrm>
            <a:off x="835831" y="2680134"/>
            <a:ext cx="3114078" cy="0"/>
          </a:xfrm>
          <a:prstGeom prst="straightConnector1">
            <a:avLst/>
          </a:prstGeom>
          <a:noFill/>
          <a:ln cap="flat" cmpd="sng" w="25400">
            <a:solidFill>
              <a:srgbClr val="022C94"/>
            </a:solidFill>
            <a:prstDash val="solid"/>
            <a:miter lim="800000"/>
            <a:headEnd len="sm" w="sm" type="none"/>
            <a:tailEnd len="sm" w="sm" type="none"/>
          </a:ln>
        </p:spPr>
      </p:cxnSp>
      <p:sp>
        <p:nvSpPr>
          <p:cNvPr id="105" name="Google Shape;105;p14"/>
          <p:cNvSpPr txBox="1"/>
          <p:nvPr>
            <p:ph type="title"/>
          </p:nvPr>
        </p:nvSpPr>
        <p:spPr>
          <a:xfrm>
            <a:off x="835370" y="171396"/>
            <a:ext cx="3736630" cy="220235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 type="body"/>
          </p:nvPr>
        </p:nvSpPr>
        <p:spPr>
          <a:xfrm>
            <a:off x="841716" y="3078480"/>
            <a:ext cx="3108193" cy="3047997"/>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accent6"/>
              </a:buClr>
              <a:buSzPts val="1800"/>
              <a:buFont typeface="Arial"/>
              <a:buNone/>
              <a:defRPr sz="1800">
                <a:solidFill>
                  <a:schemeClr val="lt1"/>
                </a:solidFill>
                <a:latin typeface="Arial"/>
                <a:ea typeface="Arial"/>
                <a:cs typeface="Arial"/>
                <a:sym typeface="Arial"/>
              </a:defRPr>
            </a:lvl1pPr>
            <a:lvl2pPr indent="-342900" lvl="1" marL="914400" algn="l">
              <a:lnSpc>
                <a:spcPct val="120000"/>
              </a:lnSpc>
              <a:spcBef>
                <a:spcPts val="1000"/>
              </a:spcBef>
              <a:spcAft>
                <a:spcPts val="0"/>
              </a:spcAft>
              <a:buClr>
                <a:schemeClr val="accent3"/>
              </a:buClr>
              <a:buSzPts val="1800"/>
              <a:buFont typeface="Arial"/>
              <a:buChar char="•"/>
              <a:defRPr sz="1800"/>
            </a:lvl2pPr>
            <a:lvl3pPr indent="-342900" lvl="2" marL="1371600" algn="l">
              <a:lnSpc>
                <a:spcPct val="120000"/>
              </a:lnSpc>
              <a:spcBef>
                <a:spcPts val="1000"/>
              </a:spcBef>
              <a:spcAft>
                <a:spcPts val="0"/>
              </a:spcAft>
              <a:buClr>
                <a:schemeClr val="accent3"/>
              </a:buClr>
              <a:buSzPts val="1800"/>
              <a:buFont typeface="Arial"/>
              <a:buChar char="•"/>
              <a:defRPr sz="1800"/>
            </a:lvl3pPr>
            <a:lvl4pPr indent="-342900" lvl="3" marL="1828800" algn="l">
              <a:lnSpc>
                <a:spcPct val="120000"/>
              </a:lnSpc>
              <a:spcBef>
                <a:spcPts val="1000"/>
              </a:spcBef>
              <a:spcAft>
                <a:spcPts val="0"/>
              </a:spcAft>
              <a:buClr>
                <a:schemeClr val="accent3"/>
              </a:buClr>
              <a:buSzPts val="1800"/>
              <a:buFont typeface="Arial"/>
              <a:buChar char="•"/>
              <a:defRPr sz="1800"/>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4"/>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2 column">
  <p:cSld name="10_Title and 2 column">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108" name="Shape 108"/>
        <p:cNvGrpSpPr/>
        <p:nvPr/>
      </p:nvGrpSpPr>
      <p:grpSpPr>
        <a:xfrm>
          <a:off x="0" y="0"/>
          <a:ext cx="0" cy="0"/>
          <a:chOff x="0" y="0"/>
          <a:chExt cx="0" cy="0"/>
        </a:xfrm>
      </p:grpSpPr>
      <p:sp>
        <p:nvSpPr>
          <p:cNvPr id="109" name="Google Shape;109;p15"/>
          <p:cNvSpPr/>
          <p:nvPr/>
        </p:nvSpPr>
        <p:spPr>
          <a:xfrm>
            <a:off x="0" y="0"/>
            <a:ext cx="12191999" cy="6858000"/>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10" name="Google Shape;110;p15"/>
          <p:cNvCxnSpPr/>
          <p:nvPr/>
        </p:nvCxnSpPr>
        <p:spPr>
          <a:xfrm>
            <a:off x="807039" y="1983416"/>
            <a:ext cx="10435630" cy="0"/>
          </a:xfrm>
          <a:prstGeom prst="straightConnector1">
            <a:avLst/>
          </a:prstGeom>
          <a:noFill/>
          <a:ln cap="flat" cmpd="sng" w="25400">
            <a:solidFill>
              <a:srgbClr val="022C94"/>
            </a:solidFill>
            <a:prstDash val="solid"/>
            <a:miter lim="800000"/>
            <a:headEnd len="sm" w="sm" type="none"/>
            <a:tailEnd len="sm" w="sm" type="none"/>
          </a:ln>
        </p:spPr>
      </p:cxnSp>
      <p:sp>
        <p:nvSpPr>
          <p:cNvPr id="111" name="Google Shape;111;p15"/>
          <p:cNvSpPr txBox="1"/>
          <p:nvPr>
            <p:ph type="title"/>
          </p:nvPr>
        </p:nvSpPr>
        <p:spPr>
          <a:xfrm>
            <a:off x="733562" y="433906"/>
            <a:ext cx="10515601" cy="132746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5"/>
          <p:cNvSpPr txBox="1"/>
          <p:nvPr>
            <p:ph idx="1" type="body"/>
          </p:nvPr>
        </p:nvSpPr>
        <p:spPr>
          <a:xfrm>
            <a:off x="814302" y="2465535"/>
            <a:ext cx="7303538" cy="3427265"/>
          </a:xfrm>
          <a:prstGeom prst="rect">
            <a:avLst/>
          </a:prstGeom>
          <a:noFill/>
          <a:ln>
            <a:noFill/>
          </a:ln>
        </p:spPr>
        <p:txBody>
          <a:bodyPr anchorCtr="0" anchor="t" bIns="45700" lIns="91425" spcFirstLastPara="1" rIns="91425" wrap="square" tIns="45700">
            <a:noAutofit/>
          </a:bodyPr>
          <a:lstStyle>
            <a:lvl1pPr indent="-342900" lvl="0" marL="457200" algn="l">
              <a:lnSpc>
                <a:spcPct val="120000"/>
              </a:lnSpc>
              <a:spcBef>
                <a:spcPts val="1000"/>
              </a:spcBef>
              <a:spcAft>
                <a:spcPts val="0"/>
              </a:spcAft>
              <a:buClr>
                <a:schemeClr val="accent3"/>
              </a:buClr>
              <a:buSzPts val="1800"/>
              <a:buFont typeface="Arial"/>
              <a:buChar char="•"/>
              <a:defRPr sz="1800">
                <a:solidFill>
                  <a:schemeClr val="lt1"/>
                </a:solidFill>
                <a:latin typeface="Arial"/>
                <a:ea typeface="Arial"/>
                <a:cs typeface="Arial"/>
                <a:sym typeface="Arial"/>
              </a:defRPr>
            </a:lvl1pPr>
            <a:lvl2pPr indent="-342900" lvl="1" marL="914400" algn="l">
              <a:lnSpc>
                <a:spcPct val="120000"/>
              </a:lnSpc>
              <a:spcBef>
                <a:spcPts val="500"/>
              </a:spcBef>
              <a:spcAft>
                <a:spcPts val="0"/>
              </a:spcAft>
              <a:buClr>
                <a:schemeClr val="accent3"/>
              </a:buClr>
              <a:buSzPts val="1800"/>
              <a:buChar char="•"/>
              <a:defRPr sz="1800"/>
            </a:lvl2pPr>
            <a:lvl3pPr indent="-342900" lvl="2" marL="1371600" algn="l">
              <a:lnSpc>
                <a:spcPct val="120000"/>
              </a:lnSpc>
              <a:spcBef>
                <a:spcPts val="500"/>
              </a:spcBef>
              <a:spcAft>
                <a:spcPts val="0"/>
              </a:spcAft>
              <a:buClr>
                <a:schemeClr val="accent3"/>
              </a:buClr>
              <a:buSzPts val="1800"/>
              <a:buChar char="•"/>
              <a:defRPr sz="1800"/>
            </a:lvl3pPr>
            <a:lvl4pPr indent="-342900" lvl="3" marL="1828800" algn="l">
              <a:lnSpc>
                <a:spcPct val="120000"/>
              </a:lnSpc>
              <a:spcBef>
                <a:spcPts val="500"/>
              </a:spcBef>
              <a:spcAft>
                <a:spcPts val="0"/>
              </a:spcAft>
              <a:buClr>
                <a:schemeClr val="accent3"/>
              </a:buClr>
              <a:buSzPts val="1800"/>
              <a:buChar char="•"/>
              <a:defRPr sz="1800"/>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5"/>
          <p:cNvSpPr txBox="1"/>
          <p:nvPr>
            <p:ph idx="2" type="body"/>
          </p:nvPr>
        </p:nvSpPr>
        <p:spPr>
          <a:xfrm>
            <a:off x="8392160" y="2465388"/>
            <a:ext cx="2856865" cy="3427412"/>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228600" lvl="1" marL="914400" algn="l">
              <a:lnSpc>
                <a:spcPct val="120000"/>
              </a:lnSpc>
              <a:spcBef>
                <a:spcPts val="1000"/>
              </a:spcBef>
              <a:spcAft>
                <a:spcPts val="0"/>
              </a:spcAft>
              <a:buSzPts val="1600"/>
              <a:buNone/>
              <a:defRPr sz="1600">
                <a:solidFill>
                  <a:schemeClr val="lt1"/>
                </a:solidFill>
                <a:latin typeface="Arial"/>
                <a:ea typeface="Arial"/>
                <a:cs typeface="Arial"/>
                <a:sym typeface="Arial"/>
              </a:defRPr>
            </a:lvl2pPr>
            <a:lvl3pPr indent="-228600" lvl="2" marL="1371600" algn="l">
              <a:lnSpc>
                <a:spcPct val="120000"/>
              </a:lnSpc>
              <a:spcBef>
                <a:spcPts val="1000"/>
              </a:spcBef>
              <a:spcAft>
                <a:spcPts val="0"/>
              </a:spcAft>
              <a:buSzPts val="1400"/>
              <a:buNone/>
              <a:defRPr sz="1400">
                <a:solidFill>
                  <a:schemeClr val="lt1"/>
                </a:solidFill>
                <a:latin typeface="Arial"/>
                <a:ea typeface="Arial"/>
                <a:cs typeface="Arial"/>
                <a:sym typeface="Arial"/>
              </a:defRPr>
            </a:lvl3pPr>
            <a:lvl4pPr indent="-228600" lvl="3" marL="1828800" algn="l">
              <a:lnSpc>
                <a:spcPct val="120000"/>
              </a:lnSpc>
              <a:spcBef>
                <a:spcPts val="1000"/>
              </a:spcBef>
              <a:spcAft>
                <a:spcPts val="0"/>
              </a:spcAft>
              <a:buSzPts val="1200"/>
              <a:buNone/>
              <a:defRPr sz="1200">
                <a:solidFill>
                  <a:schemeClr val="lt1"/>
                </a:solidFill>
                <a:latin typeface="Arial"/>
                <a:ea typeface="Arial"/>
                <a:cs typeface="Arial"/>
                <a:sym typeface="Arial"/>
              </a:defRPr>
            </a:lvl4pPr>
            <a:lvl5pPr indent="-228600" lvl="4" marL="2286000" algn="l">
              <a:lnSpc>
                <a:spcPct val="120000"/>
              </a:lnSpc>
              <a:spcBef>
                <a:spcPts val="1000"/>
              </a:spcBef>
              <a:spcAft>
                <a:spcPts val="0"/>
              </a:spcAft>
              <a:buSzPts val="1200"/>
              <a:buNone/>
              <a:defRPr sz="12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5"/>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5"/>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lumn">
  <p:cSld name="Title and 2 column">
    <p:bg>
      <p:bgPr>
        <a:gradFill>
          <a:gsLst>
            <a:gs pos="0">
              <a:schemeClr val="accent4"/>
            </a:gs>
            <a:gs pos="14000">
              <a:srgbClr val="0342DE"/>
            </a:gs>
            <a:gs pos="31000">
              <a:srgbClr val="02090E"/>
            </a:gs>
            <a:gs pos="81000">
              <a:schemeClr val="accent6"/>
            </a:gs>
            <a:gs pos="100000">
              <a:schemeClr val="dk2"/>
            </a:gs>
          </a:gsLst>
          <a:lin ang="7800000" scaled="0"/>
        </a:gradFill>
      </p:bgPr>
    </p:bg>
    <p:spTree>
      <p:nvGrpSpPr>
        <p:cNvPr id="116" name="Shape 116"/>
        <p:cNvGrpSpPr/>
        <p:nvPr/>
      </p:nvGrpSpPr>
      <p:grpSpPr>
        <a:xfrm>
          <a:off x="0" y="0"/>
          <a:ext cx="0" cy="0"/>
          <a:chOff x="0" y="0"/>
          <a:chExt cx="0" cy="0"/>
        </a:xfrm>
      </p:grpSpPr>
      <p:sp>
        <p:nvSpPr>
          <p:cNvPr id="117" name="Google Shape;117;p16"/>
          <p:cNvSpPr/>
          <p:nvPr/>
        </p:nvSpPr>
        <p:spPr>
          <a:xfrm>
            <a:off x="321869" y="343814"/>
            <a:ext cx="11550701" cy="6210605"/>
          </a:xfrm>
          <a:prstGeom prst="rect">
            <a:avLst/>
          </a:prstGeom>
          <a:solidFill>
            <a:schemeClr val="dk1">
              <a:alpha val="6941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18" name="Google Shape;118;p16"/>
          <p:cNvCxnSpPr/>
          <p:nvPr/>
        </p:nvCxnSpPr>
        <p:spPr>
          <a:xfrm>
            <a:off x="807039" y="1991547"/>
            <a:ext cx="10546763" cy="0"/>
          </a:xfrm>
          <a:prstGeom prst="straightConnector1">
            <a:avLst/>
          </a:prstGeom>
          <a:noFill/>
          <a:ln cap="flat" cmpd="sng" w="25400">
            <a:solidFill>
              <a:srgbClr val="022C94"/>
            </a:solidFill>
            <a:prstDash val="solid"/>
            <a:miter lim="800000"/>
            <a:headEnd len="sm" w="sm" type="none"/>
            <a:tailEnd len="sm" w="sm" type="none"/>
          </a:ln>
        </p:spPr>
      </p:cxnSp>
      <p:sp>
        <p:nvSpPr>
          <p:cNvPr id="119" name="Google Shape;119;p16"/>
          <p:cNvSpPr txBox="1"/>
          <p:nvPr>
            <p:ph type="title"/>
          </p:nvPr>
        </p:nvSpPr>
        <p:spPr>
          <a:xfrm>
            <a:off x="835370" y="643842"/>
            <a:ext cx="10515601" cy="1140849"/>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1BDEF5"/>
              </a:buClr>
              <a:buSzPts val="3200"/>
              <a:buFont typeface="Arial"/>
              <a:buNone/>
              <a:defRPr sz="3200" cap="none">
                <a:solidFill>
                  <a:srgbClr val="1BDEF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20" name="Google Shape;120;p16"/>
          <p:cNvCxnSpPr/>
          <p:nvPr/>
        </p:nvCxnSpPr>
        <p:spPr>
          <a:xfrm>
            <a:off x="807039" y="1983705"/>
            <a:ext cx="10435630" cy="0"/>
          </a:xfrm>
          <a:prstGeom prst="straightConnector1">
            <a:avLst/>
          </a:prstGeom>
          <a:noFill/>
          <a:ln cap="flat" cmpd="sng" w="25400">
            <a:solidFill>
              <a:srgbClr val="022C94"/>
            </a:solidFill>
            <a:prstDash val="solid"/>
            <a:miter lim="800000"/>
            <a:headEnd len="sm" w="sm" type="none"/>
            <a:tailEnd len="sm" w="sm" type="none"/>
          </a:ln>
        </p:spPr>
      </p:cxnSp>
      <p:sp>
        <p:nvSpPr>
          <p:cNvPr id="121" name="Google Shape;121;p16"/>
          <p:cNvSpPr txBox="1"/>
          <p:nvPr>
            <p:ph idx="11" type="ftr"/>
          </p:nvPr>
        </p:nvSpPr>
        <p:spPr>
          <a:xfrm>
            <a:off x="336405" y="6237287"/>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6"/>
          <p:cNvSpPr txBox="1"/>
          <p:nvPr>
            <p:ph idx="12" type="sldNum"/>
          </p:nvPr>
        </p:nvSpPr>
        <p:spPr>
          <a:xfrm>
            <a:off x="9140971" y="6226198"/>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gradFill>
          <a:gsLst>
            <a:gs pos="0">
              <a:schemeClr val="accent4"/>
            </a:gs>
            <a:gs pos="11979">
              <a:srgbClr val="022C94"/>
            </a:gs>
            <a:gs pos="35040">
              <a:srgbClr val="020B11"/>
            </a:gs>
            <a:gs pos="81987">
              <a:srgbClr val="4A017E"/>
            </a:gs>
            <a:gs pos="99000">
              <a:schemeClr val="dk2"/>
            </a:gs>
            <a:gs pos="100000">
              <a:schemeClr val="dk2"/>
            </a:gs>
          </a:gsLst>
          <a:lin ang="5400000" scaled="0"/>
        </a:gradFill>
      </p:bgPr>
    </p:bg>
    <p:spTree>
      <p:nvGrpSpPr>
        <p:cNvPr id="123" name="Shape 123"/>
        <p:cNvGrpSpPr/>
        <p:nvPr/>
      </p:nvGrpSpPr>
      <p:grpSpPr>
        <a:xfrm>
          <a:off x="0" y="0"/>
          <a:ext cx="0" cy="0"/>
          <a:chOff x="0" y="0"/>
          <a:chExt cx="0" cy="0"/>
        </a:xfrm>
      </p:grpSpPr>
      <p:grpSp>
        <p:nvGrpSpPr>
          <p:cNvPr id="124" name="Google Shape;124;p17"/>
          <p:cNvGrpSpPr/>
          <p:nvPr/>
        </p:nvGrpSpPr>
        <p:grpSpPr>
          <a:xfrm>
            <a:off x="4575462" y="4137"/>
            <a:ext cx="7616537" cy="6853863"/>
            <a:chOff x="4575462" y="4137"/>
            <a:chExt cx="7616537" cy="6853863"/>
          </a:xfrm>
        </p:grpSpPr>
        <p:grpSp>
          <p:nvGrpSpPr>
            <p:cNvPr id="125" name="Google Shape;125;p17"/>
            <p:cNvGrpSpPr/>
            <p:nvPr/>
          </p:nvGrpSpPr>
          <p:grpSpPr>
            <a:xfrm>
              <a:off x="4575462" y="691665"/>
              <a:ext cx="364018" cy="857035"/>
              <a:chOff x="468157" y="1144246"/>
              <a:chExt cx="364018" cy="857035"/>
            </a:xfrm>
          </p:grpSpPr>
          <p:sp>
            <p:nvSpPr>
              <p:cNvPr id="126" name="Google Shape;126;p17"/>
              <p:cNvSpPr/>
              <p:nvPr/>
            </p:nvSpPr>
            <p:spPr>
              <a:xfrm>
                <a:off x="705405" y="1144246"/>
                <a:ext cx="126770" cy="126770"/>
              </a:xfrm>
              <a:prstGeom prst="ellipse">
                <a:avLst/>
              </a:prstGeom>
              <a:noFill/>
              <a:ln cap="flat" cmpd="sng" w="12700">
                <a:solidFill>
                  <a:srgbClr val="82A6FD">
                    <a:alpha val="48235"/>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7" name="Google Shape;127;p17"/>
              <p:cNvSpPr/>
              <p:nvPr/>
            </p:nvSpPr>
            <p:spPr>
              <a:xfrm>
                <a:off x="468157" y="1963496"/>
                <a:ext cx="45719" cy="37785"/>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82A6FD">
                  <a:alpha val="4862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id="128" name="Google Shape;128;p17"/>
            <p:cNvPicPr preferRelativeResize="0"/>
            <p:nvPr/>
          </p:nvPicPr>
          <p:blipFill rotWithShape="1">
            <a:blip r:embed="rId2">
              <a:alphaModFix/>
            </a:blip>
            <a:srcRect b="0" l="0" r="0" t="0"/>
            <a:stretch/>
          </p:blipFill>
          <p:spPr>
            <a:xfrm>
              <a:off x="6542796" y="4137"/>
              <a:ext cx="5649203" cy="6853863"/>
            </a:xfrm>
            <a:prstGeom prst="rect">
              <a:avLst/>
            </a:prstGeom>
            <a:noFill/>
            <a:ln>
              <a:noFill/>
            </a:ln>
          </p:spPr>
        </p:pic>
      </p:grpSp>
      <p:sp>
        <p:nvSpPr>
          <p:cNvPr id="129" name="Google Shape;129;p17"/>
          <p:cNvSpPr txBox="1"/>
          <p:nvPr>
            <p:ph type="title"/>
          </p:nvPr>
        </p:nvSpPr>
        <p:spPr>
          <a:xfrm>
            <a:off x="835831" y="173735"/>
            <a:ext cx="4409514" cy="220370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3"/>
              </a:buClr>
              <a:buSzPts val="3200"/>
              <a:buFont typeface="Arial"/>
              <a:buNone/>
              <a:defRPr sz="3200" cap="none">
                <a:solidFill>
                  <a:schemeClr val="accent3"/>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7"/>
          <p:cNvSpPr txBox="1"/>
          <p:nvPr>
            <p:ph idx="1" type="body"/>
          </p:nvPr>
        </p:nvSpPr>
        <p:spPr>
          <a:xfrm>
            <a:off x="831850" y="3079119"/>
            <a:ext cx="4413250" cy="2752725"/>
          </a:xfrm>
          <a:prstGeom prst="rect">
            <a:avLst/>
          </a:prstGeom>
          <a:noFill/>
          <a:ln>
            <a:noFill/>
          </a:ln>
        </p:spPr>
        <p:txBody>
          <a:bodyPr anchorCtr="0" anchor="t" bIns="45700" lIns="91425" spcFirstLastPara="1" rIns="91425" wrap="square" tIns="45700">
            <a:noAutofit/>
          </a:bodyPr>
          <a:lstStyle>
            <a:lvl1pPr indent="-228600" lvl="0" marL="457200" algn="l">
              <a:lnSpc>
                <a:spcPct val="120000"/>
              </a:lnSpc>
              <a:spcBef>
                <a:spcPts val="1000"/>
              </a:spcBef>
              <a:spcAft>
                <a:spcPts val="0"/>
              </a:spcAft>
              <a:buClr>
                <a:schemeClr val="lt1"/>
              </a:buClr>
              <a:buSzPts val="1800"/>
              <a:buNone/>
              <a:defRPr sz="1800">
                <a:solidFill>
                  <a:schemeClr val="lt1"/>
                </a:solidFill>
                <a:latin typeface="Arial"/>
                <a:ea typeface="Arial"/>
                <a:cs typeface="Arial"/>
                <a:sym typeface="Arial"/>
              </a:defRPr>
            </a:lvl1pPr>
            <a:lvl2pPr indent="-330200" lvl="1" marL="914400" algn="l">
              <a:lnSpc>
                <a:spcPct val="120000"/>
              </a:lnSpc>
              <a:spcBef>
                <a:spcPts val="1000"/>
              </a:spcBef>
              <a:spcAft>
                <a:spcPts val="0"/>
              </a:spcAft>
              <a:buClr>
                <a:schemeClr val="accent3"/>
              </a:buClr>
              <a:buSzPts val="1600"/>
              <a:buChar char="•"/>
              <a:defRPr sz="1600">
                <a:solidFill>
                  <a:schemeClr val="lt1"/>
                </a:solidFill>
                <a:latin typeface="Arial"/>
                <a:ea typeface="Arial"/>
                <a:cs typeface="Arial"/>
                <a:sym typeface="Arial"/>
              </a:defRPr>
            </a:lvl2pPr>
            <a:lvl3pPr indent="-317500" lvl="2" marL="1371600" algn="l">
              <a:lnSpc>
                <a:spcPct val="120000"/>
              </a:lnSpc>
              <a:spcBef>
                <a:spcPts val="1000"/>
              </a:spcBef>
              <a:spcAft>
                <a:spcPts val="0"/>
              </a:spcAft>
              <a:buClr>
                <a:schemeClr val="accent3"/>
              </a:buClr>
              <a:buSzPts val="1400"/>
              <a:buChar char="•"/>
              <a:defRPr sz="1400">
                <a:solidFill>
                  <a:schemeClr val="lt1"/>
                </a:solidFill>
                <a:latin typeface="Arial"/>
                <a:ea typeface="Arial"/>
                <a:cs typeface="Arial"/>
                <a:sym typeface="Arial"/>
              </a:defRPr>
            </a:lvl3pPr>
            <a:lvl4pPr indent="-304800" lvl="3" marL="1828800" algn="l">
              <a:lnSpc>
                <a:spcPct val="120000"/>
              </a:lnSpc>
              <a:spcBef>
                <a:spcPts val="1000"/>
              </a:spcBef>
              <a:spcAft>
                <a:spcPts val="0"/>
              </a:spcAft>
              <a:buClr>
                <a:schemeClr val="accent3"/>
              </a:buClr>
              <a:buSzPts val="1200"/>
              <a:buChar char="•"/>
              <a:defRPr sz="1200">
                <a:solidFill>
                  <a:schemeClr val="lt1"/>
                </a:solidFill>
                <a:latin typeface="Arial"/>
                <a:ea typeface="Arial"/>
                <a:cs typeface="Arial"/>
                <a:sym typeface="Arial"/>
              </a:defRPr>
            </a:lvl4pPr>
            <a:lvl5pPr indent="-304800" lvl="4" marL="2286000" algn="l">
              <a:lnSpc>
                <a:spcPct val="120000"/>
              </a:lnSpc>
              <a:spcBef>
                <a:spcPts val="1000"/>
              </a:spcBef>
              <a:spcAft>
                <a:spcPts val="0"/>
              </a:spcAft>
              <a:buClr>
                <a:schemeClr val="accent3"/>
              </a:buClr>
              <a:buSzPts val="1200"/>
              <a:buChar char="•"/>
              <a:defRPr sz="12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1" name="Google Shape;131;p17"/>
          <p:cNvCxnSpPr/>
          <p:nvPr/>
        </p:nvCxnSpPr>
        <p:spPr>
          <a:xfrm>
            <a:off x="835831" y="2679192"/>
            <a:ext cx="4101929" cy="0"/>
          </a:xfrm>
          <a:prstGeom prst="straightConnector1">
            <a:avLst/>
          </a:prstGeom>
          <a:noFill/>
          <a:ln cap="flat" cmpd="sng" w="25400">
            <a:solidFill>
              <a:srgbClr val="022C94"/>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99000">
              <a:srgbClr val="05202E"/>
            </a:gs>
            <a:gs pos="100000">
              <a:srgbClr val="05202E"/>
            </a:gs>
          </a:gsLst>
          <a:lin ang="5400000" scaled="0"/>
        </a:gra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3"/>
              </a:buClr>
              <a:buSzPts val="2800"/>
              <a:buFont typeface="Arial"/>
              <a:buNone/>
              <a:defRPr b="0" i="0" sz="2800" u="none" cap="none" strike="noStrike">
                <a:solidFill>
                  <a:schemeClr val="accent3"/>
                </a:solidFill>
                <a:latin typeface="Arial"/>
                <a:ea typeface="Arial"/>
                <a:cs typeface="Arial"/>
                <a:sym typeface="Arial"/>
              </a:defRPr>
            </a:lvl1pPr>
            <a:lvl2pPr indent="-381000" lvl="1" marL="914400" marR="0" rtl="0" algn="l">
              <a:lnSpc>
                <a:spcPct val="90000"/>
              </a:lnSpc>
              <a:spcBef>
                <a:spcPts val="500"/>
              </a:spcBef>
              <a:spcAft>
                <a:spcPts val="0"/>
              </a:spcAft>
              <a:buClr>
                <a:schemeClr val="accent6"/>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accent6"/>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accent6"/>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
          <p:cNvSpPr txBox="1"/>
          <p:nvPr>
            <p:ph type="title"/>
          </p:nvPr>
        </p:nvSpPr>
        <p:spPr>
          <a:xfrm>
            <a:off x="0" y="304799"/>
            <a:ext cx="12191998" cy="3215641"/>
          </a:xfrm>
          <a:prstGeom prst="rect">
            <a:avLst/>
          </a:prstGeom>
          <a:noFill/>
          <a:ln>
            <a:noFill/>
          </a:ln>
        </p:spPr>
        <p:txBody>
          <a:bodyPr anchorCtr="0" anchor="b" bIns="0" lIns="0" spcFirstLastPara="1" rIns="0" wrap="square" tIns="45700">
            <a:noAutofit/>
          </a:bodyPr>
          <a:lstStyle/>
          <a:p>
            <a:pPr indent="0" lvl="0" marL="0" rtl="0" algn="ctr">
              <a:lnSpc>
                <a:spcPct val="90000"/>
              </a:lnSpc>
              <a:spcBef>
                <a:spcPts val="0"/>
              </a:spcBef>
              <a:spcAft>
                <a:spcPts val="0"/>
              </a:spcAft>
              <a:buClr>
                <a:srgbClr val="1BDEF5"/>
              </a:buClr>
              <a:buSzPts val="6000"/>
              <a:buFont typeface="Arial"/>
              <a:buNone/>
            </a:pPr>
            <a:r>
              <a:rPr lang="en-US"/>
              <a:t>JACTRAC SOFTWARE</a:t>
            </a:r>
            <a:endParaRPr/>
          </a:p>
        </p:txBody>
      </p:sp>
      <p:sp>
        <p:nvSpPr>
          <p:cNvPr id="138" name="Google Shape;138;p1"/>
          <p:cNvSpPr txBox="1"/>
          <p:nvPr>
            <p:ph idx="1" type="subTitle"/>
          </p:nvPr>
        </p:nvSpPr>
        <p:spPr>
          <a:xfrm>
            <a:off x="3" y="3670628"/>
            <a:ext cx="12191997" cy="257777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3"/>
              </a:buClr>
              <a:buSzPts val="3200"/>
              <a:buNone/>
            </a:pPr>
            <a:r>
              <a:rPr lang="en-US"/>
              <a:t>BY: CARLEY FARLEY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
          <p:cNvSpPr txBox="1"/>
          <p:nvPr>
            <p:ph type="title"/>
          </p:nvPr>
        </p:nvSpPr>
        <p:spPr>
          <a:xfrm>
            <a:off x="829275" y="443650"/>
            <a:ext cx="4474200" cy="6705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1BDEF5"/>
              </a:buClr>
              <a:buSzPts val="3200"/>
              <a:buFont typeface="Arial"/>
              <a:buNone/>
            </a:pPr>
            <a:r>
              <a:rPr lang="en-US"/>
              <a:t>COLUMNS A-J</a:t>
            </a:r>
            <a:endParaRPr/>
          </a:p>
        </p:txBody>
      </p:sp>
      <p:sp>
        <p:nvSpPr>
          <p:cNvPr id="144" name="Google Shape;144;p2"/>
          <p:cNvSpPr txBox="1"/>
          <p:nvPr>
            <p:ph idx="1" type="body"/>
          </p:nvPr>
        </p:nvSpPr>
        <p:spPr>
          <a:xfrm>
            <a:off x="692175" y="1338150"/>
            <a:ext cx="11007000" cy="51972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400"/>
              </a:spcBef>
              <a:spcAft>
                <a:spcPts val="0"/>
              </a:spcAft>
              <a:buSzPts val="1800"/>
              <a:buChar char="●"/>
            </a:pPr>
            <a:r>
              <a:rPr lang="en-US"/>
              <a:t>COLUMN A: Patient sign in number. Sign in number will be superbill number and DCR number to enter in patient information for that clinic day.</a:t>
            </a:r>
            <a:endParaRPr/>
          </a:p>
          <a:p>
            <a:pPr indent="-342900" lvl="0" marL="457200" rtl="0" algn="l">
              <a:lnSpc>
                <a:spcPct val="100000"/>
              </a:lnSpc>
              <a:spcBef>
                <a:spcPts val="0"/>
              </a:spcBef>
              <a:spcAft>
                <a:spcPts val="0"/>
              </a:spcAft>
              <a:buSzPts val="1800"/>
              <a:buChar char="●"/>
            </a:pPr>
            <a:r>
              <a:rPr lang="en-US"/>
              <a:t>COLUMN B: Patient name. EXAMPLE: Farley, Carley.</a:t>
            </a:r>
            <a:endParaRPr/>
          </a:p>
          <a:p>
            <a:pPr indent="-342900" lvl="0" marL="457200" rtl="0" algn="l">
              <a:lnSpc>
                <a:spcPct val="100000"/>
              </a:lnSpc>
              <a:spcBef>
                <a:spcPts val="0"/>
              </a:spcBef>
              <a:spcAft>
                <a:spcPts val="0"/>
              </a:spcAft>
              <a:buSzPts val="1800"/>
              <a:buChar char="●"/>
            </a:pPr>
            <a:r>
              <a:rPr lang="en-US"/>
              <a:t>COLUMN C: Patient action.</a:t>
            </a:r>
            <a:endParaRPr/>
          </a:p>
          <a:p>
            <a:pPr indent="-330200" lvl="1" marL="914400" rtl="0" algn="l">
              <a:lnSpc>
                <a:spcPct val="100000"/>
              </a:lnSpc>
              <a:spcBef>
                <a:spcPts val="0"/>
              </a:spcBef>
              <a:spcAft>
                <a:spcPts val="0"/>
              </a:spcAft>
              <a:buSzPts val="1600"/>
              <a:buChar char="○"/>
            </a:pPr>
            <a:r>
              <a:rPr lang="en-US"/>
              <a:t>N= New Patient</a:t>
            </a:r>
            <a:endParaRPr/>
          </a:p>
          <a:p>
            <a:pPr indent="-330200" lvl="1" marL="914400" rtl="0" algn="l">
              <a:lnSpc>
                <a:spcPct val="100000"/>
              </a:lnSpc>
              <a:spcBef>
                <a:spcPts val="0"/>
              </a:spcBef>
              <a:spcAft>
                <a:spcPts val="0"/>
              </a:spcAft>
              <a:buSzPts val="1600"/>
              <a:buChar char="○"/>
            </a:pPr>
            <a:r>
              <a:rPr lang="en-US"/>
              <a:t>F= Follow up Patient</a:t>
            </a:r>
            <a:endParaRPr/>
          </a:p>
          <a:p>
            <a:pPr indent="-330200" lvl="1" marL="914400" rtl="0" algn="l">
              <a:lnSpc>
                <a:spcPct val="100000"/>
              </a:lnSpc>
              <a:spcBef>
                <a:spcPts val="0"/>
              </a:spcBef>
              <a:spcAft>
                <a:spcPts val="0"/>
              </a:spcAft>
              <a:buSzPts val="1600"/>
              <a:buChar char="○"/>
            </a:pPr>
            <a:r>
              <a:rPr lang="en-US"/>
              <a:t>- = Shot Patient</a:t>
            </a:r>
            <a:endParaRPr/>
          </a:p>
          <a:p>
            <a:pPr indent="-342900" lvl="0" marL="457200" rtl="0" algn="l">
              <a:lnSpc>
                <a:spcPct val="100000"/>
              </a:lnSpc>
              <a:spcBef>
                <a:spcPts val="0"/>
              </a:spcBef>
              <a:spcAft>
                <a:spcPts val="0"/>
              </a:spcAft>
              <a:buSzPts val="1800"/>
              <a:buChar char="●"/>
            </a:pPr>
            <a:r>
              <a:rPr lang="en-US"/>
              <a:t>COLUMN D: Not used.</a:t>
            </a:r>
            <a:endParaRPr/>
          </a:p>
          <a:p>
            <a:pPr indent="-342900" lvl="0" marL="457200" rtl="0" algn="l">
              <a:lnSpc>
                <a:spcPct val="100000"/>
              </a:lnSpc>
              <a:spcBef>
                <a:spcPts val="0"/>
              </a:spcBef>
              <a:spcAft>
                <a:spcPts val="0"/>
              </a:spcAft>
              <a:buSzPts val="1800"/>
              <a:buChar char="●"/>
            </a:pPr>
            <a:r>
              <a:rPr lang="en-US"/>
              <a:t>COLUMN E: OV (Office Visit). </a:t>
            </a:r>
            <a:endParaRPr/>
          </a:p>
          <a:p>
            <a:pPr indent="-330200" lvl="1" marL="914400" rtl="0" algn="l">
              <a:lnSpc>
                <a:spcPct val="100000"/>
              </a:lnSpc>
              <a:spcBef>
                <a:spcPts val="0"/>
              </a:spcBef>
              <a:spcAft>
                <a:spcPts val="0"/>
              </a:spcAft>
              <a:buSzPts val="1600"/>
              <a:buChar char="○"/>
            </a:pPr>
            <a:r>
              <a:rPr lang="en-US"/>
              <a:t>$79.95 = #28 count of Phentermine or #60 Bontril.</a:t>
            </a:r>
            <a:endParaRPr/>
          </a:p>
          <a:p>
            <a:pPr indent="-330200" lvl="1" marL="914400" rtl="0" algn="l">
              <a:lnSpc>
                <a:spcPct val="100000"/>
              </a:lnSpc>
              <a:spcBef>
                <a:spcPts val="0"/>
              </a:spcBef>
              <a:spcAft>
                <a:spcPts val="0"/>
              </a:spcAft>
              <a:buSzPts val="1600"/>
              <a:buChar char="○"/>
            </a:pPr>
            <a:r>
              <a:rPr lang="en-US"/>
              <a:t>$99.95 = #42 count Phentermine (Pill 1 ½).</a:t>
            </a:r>
            <a:endParaRPr/>
          </a:p>
          <a:p>
            <a:pPr indent="-330200" lvl="1" marL="914400" rtl="0" algn="l">
              <a:lnSpc>
                <a:spcPct val="100000"/>
              </a:lnSpc>
              <a:spcBef>
                <a:spcPts val="0"/>
              </a:spcBef>
              <a:spcAft>
                <a:spcPts val="0"/>
              </a:spcAft>
              <a:buSzPts val="1600"/>
              <a:buChar char="○"/>
            </a:pPr>
            <a:r>
              <a:rPr lang="en-US"/>
              <a:t>$39.95 = </a:t>
            </a:r>
            <a:r>
              <a:rPr lang="en-US"/>
              <a:t>Consultation</a:t>
            </a:r>
            <a:r>
              <a:rPr lang="en-US"/>
              <a:t> with Medical Provider (no medication).</a:t>
            </a:r>
            <a:endParaRPr/>
          </a:p>
          <a:p>
            <a:pPr indent="-342900" lvl="0" marL="457200" rtl="0" algn="l">
              <a:lnSpc>
                <a:spcPct val="100000"/>
              </a:lnSpc>
              <a:spcBef>
                <a:spcPts val="0"/>
              </a:spcBef>
              <a:spcAft>
                <a:spcPts val="0"/>
              </a:spcAft>
              <a:buSzPts val="1800"/>
              <a:buChar char="●"/>
            </a:pPr>
            <a:r>
              <a:rPr lang="en-US"/>
              <a:t>COLUMN F: BW (</a:t>
            </a:r>
            <a:r>
              <a:rPr lang="en-US"/>
              <a:t>Blood Work</a:t>
            </a:r>
            <a:r>
              <a:rPr lang="en-US"/>
              <a:t>/</a:t>
            </a:r>
            <a:r>
              <a:rPr lang="en-US"/>
              <a:t>Lab Work</a:t>
            </a:r>
            <a:r>
              <a:rPr lang="en-US"/>
              <a:t>).</a:t>
            </a:r>
            <a:endParaRPr/>
          </a:p>
          <a:p>
            <a:pPr indent="-342900" lvl="0" marL="457200" rtl="0" algn="l">
              <a:lnSpc>
                <a:spcPct val="100000"/>
              </a:lnSpc>
              <a:spcBef>
                <a:spcPts val="0"/>
              </a:spcBef>
              <a:spcAft>
                <a:spcPts val="0"/>
              </a:spcAft>
              <a:buSzPts val="1800"/>
              <a:buChar char="●"/>
            </a:pPr>
            <a:r>
              <a:rPr lang="en-US"/>
              <a:t>COLUMN G: LipoB12 number </a:t>
            </a:r>
            <a:r>
              <a:rPr lang="en-US"/>
              <a:t>administered</a:t>
            </a:r>
            <a:r>
              <a:rPr lang="en-US"/>
              <a:t> in office. Only 1-5 is applicable. (Some </a:t>
            </a:r>
            <a:r>
              <a:rPr lang="en-US"/>
              <a:t>patients</a:t>
            </a:r>
            <a:r>
              <a:rPr lang="en-US"/>
              <a:t> take 2 weekly). Example: If a patient </a:t>
            </a:r>
            <a:r>
              <a:rPr lang="en-US"/>
              <a:t>purchases a shot card and receives an injection it would be #1. The following week they would receive injection #2 until shot card is completed.</a:t>
            </a:r>
            <a:r>
              <a:rPr lang="en-US"/>
              <a:t> </a:t>
            </a:r>
            <a:endParaRPr/>
          </a:p>
          <a:p>
            <a:pPr indent="-342900" lvl="0" marL="457200" rtl="0" algn="l">
              <a:lnSpc>
                <a:spcPct val="100000"/>
              </a:lnSpc>
              <a:spcBef>
                <a:spcPts val="0"/>
              </a:spcBef>
              <a:spcAft>
                <a:spcPts val="0"/>
              </a:spcAft>
              <a:buSzPts val="1800"/>
              <a:buChar char="●"/>
            </a:pPr>
            <a:r>
              <a:rPr lang="en-US"/>
              <a:t>COLUMN H: Number of LipoB12 injections a patient takes home. </a:t>
            </a:r>
            <a:r>
              <a:rPr lang="en-US"/>
              <a:t>Maximum</a:t>
            </a:r>
            <a:r>
              <a:rPr lang="en-US"/>
              <a:t> limit 10 per visit.</a:t>
            </a:r>
            <a:endParaRPr/>
          </a:p>
          <a:p>
            <a:pPr indent="-342900" lvl="0" marL="457200" rtl="0" algn="l">
              <a:lnSpc>
                <a:spcPct val="100000"/>
              </a:lnSpc>
              <a:spcBef>
                <a:spcPts val="0"/>
              </a:spcBef>
              <a:spcAft>
                <a:spcPts val="0"/>
              </a:spcAft>
              <a:buSzPts val="1800"/>
              <a:buChar char="●"/>
            </a:pPr>
            <a:r>
              <a:rPr lang="en-US"/>
              <a:t>COLUMN I: Amount </a:t>
            </a:r>
            <a:r>
              <a:rPr lang="en-US"/>
              <a:t>charged</a:t>
            </a:r>
            <a:r>
              <a:rPr lang="en-US"/>
              <a:t> for LipoB12 injections.</a:t>
            </a:r>
            <a:endParaRPr/>
          </a:p>
          <a:p>
            <a:pPr indent="-342900" lvl="0" marL="457200" rtl="0" algn="l">
              <a:lnSpc>
                <a:spcPct val="100000"/>
              </a:lnSpc>
              <a:spcBef>
                <a:spcPts val="0"/>
              </a:spcBef>
              <a:spcAft>
                <a:spcPts val="0"/>
              </a:spcAft>
              <a:buSzPts val="1800"/>
              <a:buChar char="●"/>
            </a:pPr>
            <a:r>
              <a:rPr lang="en-US"/>
              <a:t>COLUMN J: Amount of LIpoB12 injections purchased.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75973c1ce6_0_1"/>
          <p:cNvSpPr txBox="1"/>
          <p:nvPr>
            <p:ph type="title"/>
          </p:nvPr>
        </p:nvSpPr>
        <p:spPr>
          <a:xfrm>
            <a:off x="838200" y="324550"/>
            <a:ext cx="4466400" cy="5421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COLUMNS K-S</a:t>
            </a:r>
            <a:endParaRPr/>
          </a:p>
        </p:txBody>
      </p:sp>
      <p:sp>
        <p:nvSpPr>
          <p:cNvPr id="151" name="Google Shape;151;g375973c1ce6_0_1"/>
          <p:cNvSpPr txBox="1"/>
          <p:nvPr>
            <p:ph idx="1" type="body"/>
          </p:nvPr>
        </p:nvSpPr>
        <p:spPr>
          <a:xfrm>
            <a:off x="838200" y="1070975"/>
            <a:ext cx="10845600" cy="55584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K: Semaglutide </a:t>
            </a:r>
            <a:r>
              <a:rPr lang="en-US"/>
              <a:t>number administered in office. Only 1-4 is applicable. Example: If a patient purchases a month supply and receives an injection it would be #1. The following week they would receive injection #2 until prescription is completed.</a:t>
            </a:r>
            <a:endParaRPr/>
          </a:p>
          <a:p>
            <a:pPr indent="-342900" lvl="0" marL="457200" rtl="0" algn="l">
              <a:spcBef>
                <a:spcPts val="0"/>
              </a:spcBef>
              <a:spcAft>
                <a:spcPts val="0"/>
              </a:spcAft>
              <a:buSzPts val="1800"/>
              <a:buChar char="●"/>
            </a:pPr>
            <a:r>
              <a:rPr lang="en-US"/>
              <a:t>COLUMN L: Number of semaglutide injections a patient takes home. Maximum 8 or 12, varies per clinic.</a:t>
            </a:r>
            <a:endParaRPr/>
          </a:p>
          <a:p>
            <a:pPr indent="-342900" lvl="0" marL="457200" rtl="0" algn="l">
              <a:spcBef>
                <a:spcPts val="0"/>
              </a:spcBef>
              <a:spcAft>
                <a:spcPts val="0"/>
              </a:spcAft>
              <a:buSzPts val="1800"/>
              <a:buChar char="●"/>
            </a:pPr>
            <a:r>
              <a:rPr lang="en-US"/>
              <a:t>COLUMN M: Amount charged for Semaglutide injections.</a:t>
            </a:r>
            <a:endParaRPr/>
          </a:p>
          <a:p>
            <a:pPr indent="-342900" lvl="0" marL="457200" rtl="0" algn="l">
              <a:spcBef>
                <a:spcPts val="0"/>
              </a:spcBef>
              <a:spcAft>
                <a:spcPts val="0"/>
              </a:spcAft>
              <a:buSzPts val="1800"/>
              <a:buChar char="●"/>
            </a:pPr>
            <a:r>
              <a:rPr lang="en-US"/>
              <a:t>COLUMN N: Number of Semaglutide injections purchased.</a:t>
            </a:r>
            <a:endParaRPr/>
          </a:p>
          <a:p>
            <a:pPr indent="-342900" lvl="0" marL="457200" rtl="0" algn="l">
              <a:spcBef>
                <a:spcPts val="0"/>
              </a:spcBef>
              <a:spcAft>
                <a:spcPts val="0"/>
              </a:spcAft>
              <a:buSzPts val="1800"/>
              <a:buChar char="●"/>
            </a:pPr>
            <a:r>
              <a:rPr lang="en-US"/>
              <a:t>COLUMN O: Dosage of Semaglutide administered or purchased. Can be multiple dosages can be purchased.</a:t>
            </a:r>
            <a:endParaRPr/>
          </a:p>
          <a:p>
            <a:pPr indent="-342900" lvl="0" marL="457200" rtl="0" algn="l">
              <a:spcBef>
                <a:spcPts val="0"/>
              </a:spcBef>
              <a:spcAft>
                <a:spcPts val="0"/>
              </a:spcAft>
              <a:buSzPts val="1800"/>
              <a:buChar char="●"/>
            </a:pPr>
            <a:r>
              <a:rPr lang="en-US"/>
              <a:t>COLUMN P: Tirzepatide number administered in office. Only 1-4 is applicable. Example: If a patient purchases a month supply and receives an injection it would be #1. The following week they would receive injection #2 until prescription is completed.</a:t>
            </a:r>
            <a:endParaRPr/>
          </a:p>
          <a:p>
            <a:pPr indent="-342900" lvl="0" marL="457200" rtl="0" algn="l">
              <a:spcBef>
                <a:spcPts val="0"/>
              </a:spcBef>
              <a:spcAft>
                <a:spcPts val="0"/>
              </a:spcAft>
              <a:buSzPts val="1800"/>
              <a:buChar char="●"/>
            </a:pPr>
            <a:r>
              <a:rPr lang="en-US"/>
              <a:t>COLUMN Q: Number of Tirzepatide injections a patient takes home. Maximum 8 or 12, varies per clinic.</a:t>
            </a:r>
            <a:endParaRPr/>
          </a:p>
          <a:p>
            <a:pPr indent="-342900" lvl="0" marL="457200" rtl="0" algn="l">
              <a:spcBef>
                <a:spcPts val="0"/>
              </a:spcBef>
              <a:spcAft>
                <a:spcPts val="0"/>
              </a:spcAft>
              <a:buSzPts val="1800"/>
              <a:buChar char="●"/>
            </a:pPr>
            <a:r>
              <a:rPr lang="en-US"/>
              <a:t>COLUMN R: Amount charged for Tirzepatide injections.</a:t>
            </a:r>
            <a:endParaRPr/>
          </a:p>
          <a:p>
            <a:pPr indent="-342900" lvl="0" marL="457200" rtl="0" algn="l">
              <a:spcBef>
                <a:spcPts val="0"/>
              </a:spcBef>
              <a:spcAft>
                <a:spcPts val="0"/>
              </a:spcAft>
              <a:buSzPts val="1800"/>
              <a:buChar char="●"/>
            </a:pPr>
            <a:r>
              <a:rPr lang="en-US"/>
              <a:t>COLUMN S: Number of Tirzepatide injections purchased.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7c561fc7d8_0_0"/>
          <p:cNvSpPr txBox="1"/>
          <p:nvPr>
            <p:ph type="title"/>
          </p:nvPr>
        </p:nvSpPr>
        <p:spPr>
          <a:xfrm>
            <a:off x="838200" y="365125"/>
            <a:ext cx="4466400" cy="721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COLUMN T-AA</a:t>
            </a:r>
            <a:endParaRPr/>
          </a:p>
        </p:txBody>
      </p:sp>
      <p:sp>
        <p:nvSpPr>
          <p:cNvPr id="158" name="Google Shape;158;g37c561fc7d8_0_0"/>
          <p:cNvSpPr txBox="1"/>
          <p:nvPr>
            <p:ph idx="1" type="body"/>
          </p:nvPr>
        </p:nvSpPr>
        <p:spPr>
          <a:xfrm>
            <a:off x="838200" y="1227550"/>
            <a:ext cx="110490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T: D</a:t>
            </a:r>
            <a:r>
              <a:rPr lang="en-US"/>
              <a:t>osage of Tirzepatide administered or purchased. Can be multiple dosages can be purchased.</a:t>
            </a:r>
            <a:endParaRPr/>
          </a:p>
          <a:p>
            <a:pPr indent="-342900" lvl="0" marL="457200" rtl="0" algn="l">
              <a:spcBef>
                <a:spcPts val="0"/>
              </a:spcBef>
              <a:spcAft>
                <a:spcPts val="0"/>
              </a:spcAft>
              <a:buSzPts val="1800"/>
              <a:buChar char="●"/>
            </a:pPr>
            <a:r>
              <a:rPr lang="en-US"/>
              <a:t>COLUMN U: Fee for using Afterpay (amount $20).</a:t>
            </a:r>
            <a:endParaRPr/>
          </a:p>
          <a:p>
            <a:pPr indent="-342900" lvl="0" marL="457200" rtl="0" algn="l">
              <a:spcBef>
                <a:spcPts val="0"/>
              </a:spcBef>
              <a:spcAft>
                <a:spcPts val="0"/>
              </a:spcAft>
              <a:buSzPts val="1800"/>
              <a:buChar char="●"/>
            </a:pPr>
            <a:r>
              <a:rPr lang="en-US"/>
              <a:t>COLUMN V: Amount charged for supplements.</a:t>
            </a:r>
            <a:endParaRPr/>
          </a:p>
          <a:p>
            <a:pPr indent="-330200" lvl="1" marL="914400" rtl="0" algn="l">
              <a:spcBef>
                <a:spcPts val="0"/>
              </a:spcBef>
              <a:spcAft>
                <a:spcPts val="0"/>
              </a:spcAft>
              <a:buSzPts val="1600"/>
              <a:buChar char="○"/>
            </a:pPr>
            <a:r>
              <a:rPr lang="en-US"/>
              <a:t>Baricare = $39.99</a:t>
            </a:r>
            <a:endParaRPr/>
          </a:p>
          <a:p>
            <a:pPr indent="-330200" lvl="1" marL="914400" rtl="0" algn="l">
              <a:spcBef>
                <a:spcPts val="0"/>
              </a:spcBef>
              <a:spcAft>
                <a:spcPts val="0"/>
              </a:spcAft>
              <a:buSzPts val="1600"/>
              <a:buChar char="○"/>
            </a:pPr>
            <a:r>
              <a:rPr lang="en-US"/>
              <a:t>Metatrim = $33.00</a:t>
            </a:r>
            <a:endParaRPr/>
          </a:p>
          <a:p>
            <a:pPr indent="-330200" lvl="1" marL="914400" rtl="0" algn="l">
              <a:spcBef>
                <a:spcPts val="0"/>
              </a:spcBef>
              <a:spcAft>
                <a:spcPts val="0"/>
              </a:spcAft>
              <a:buSzPts val="1600"/>
              <a:buChar char="○"/>
            </a:pPr>
            <a:r>
              <a:rPr lang="en-US"/>
              <a:t>LipoBC = $24.99</a:t>
            </a:r>
            <a:endParaRPr/>
          </a:p>
          <a:p>
            <a:pPr indent="-342900" lvl="0" marL="457200" rtl="0" algn="l">
              <a:spcBef>
                <a:spcPts val="0"/>
              </a:spcBef>
              <a:spcAft>
                <a:spcPts val="0"/>
              </a:spcAft>
              <a:buSzPts val="1800"/>
              <a:buChar char="●"/>
            </a:pPr>
            <a:r>
              <a:rPr lang="en-US"/>
              <a:t>COLUMN W: Number of supplement bottles purchased.</a:t>
            </a:r>
            <a:endParaRPr/>
          </a:p>
          <a:p>
            <a:pPr indent="-342900" lvl="0" marL="457200" rtl="0" algn="l">
              <a:spcBef>
                <a:spcPts val="0"/>
              </a:spcBef>
              <a:spcAft>
                <a:spcPts val="0"/>
              </a:spcAft>
              <a:buSzPts val="1800"/>
              <a:buChar char="●"/>
            </a:pPr>
            <a:r>
              <a:rPr lang="en-US"/>
              <a:t>COLUMN X: Amount charged for protein shakes (amount $7.00).</a:t>
            </a:r>
            <a:endParaRPr/>
          </a:p>
          <a:p>
            <a:pPr indent="-342900" lvl="0" marL="457200" rtl="0" algn="l">
              <a:spcBef>
                <a:spcPts val="0"/>
              </a:spcBef>
              <a:spcAft>
                <a:spcPts val="0"/>
              </a:spcAft>
              <a:buSzPts val="1800"/>
              <a:buChar char="●"/>
            </a:pPr>
            <a:r>
              <a:rPr lang="en-US"/>
              <a:t>COLUMN X: Number of protein shake bottles purchased. Can be purchased singularly or in packs of 6.</a:t>
            </a:r>
            <a:endParaRPr/>
          </a:p>
          <a:p>
            <a:pPr indent="-342900" lvl="0" marL="457200" rtl="0" algn="l">
              <a:spcBef>
                <a:spcPts val="0"/>
              </a:spcBef>
              <a:spcAft>
                <a:spcPts val="0"/>
              </a:spcAft>
              <a:buSzPts val="1800"/>
              <a:buChar char="●"/>
            </a:pPr>
            <a:r>
              <a:rPr lang="en-US"/>
              <a:t>COLUMN Z: Taxes for products. This is only applicable for supplements and protein shakes. We do not charge tax for medications or services such as consultations with providers. Will vary per clinic location.</a:t>
            </a:r>
            <a:endParaRPr/>
          </a:p>
          <a:p>
            <a:pPr indent="-342900" lvl="0" marL="457200" rtl="0" algn="l">
              <a:spcBef>
                <a:spcPts val="0"/>
              </a:spcBef>
              <a:spcAft>
                <a:spcPts val="0"/>
              </a:spcAft>
              <a:buSzPts val="1800"/>
              <a:buChar char="●"/>
            </a:pPr>
            <a:r>
              <a:rPr lang="en-US"/>
              <a:t>COLUMN AA: Total of money collected per patient for each item purchased and tax formulated together.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7c561fc7d8_0_6"/>
          <p:cNvSpPr txBox="1"/>
          <p:nvPr>
            <p:ph type="title"/>
          </p:nvPr>
        </p:nvSpPr>
        <p:spPr>
          <a:xfrm>
            <a:off x="838200" y="365125"/>
            <a:ext cx="4466400" cy="658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165" name="Google Shape;165;g37c561fc7d8_0_6"/>
          <p:cNvSpPr txBox="1"/>
          <p:nvPr>
            <p:ph idx="1" type="body"/>
          </p:nvPr>
        </p:nvSpPr>
        <p:spPr>
          <a:xfrm>
            <a:off x="838200" y="1149276"/>
            <a:ext cx="4466400" cy="53538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C/ ROW 262: Number of new semaglutide patients seen.</a:t>
            </a:r>
            <a:endParaRPr/>
          </a:p>
          <a:p>
            <a:pPr indent="-342900" lvl="0" marL="457200" rtl="0" algn="l">
              <a:spcBef>
                <a:spcPts val="0"/>
              </a:spcBef>
              <a:spcAft>
                <a:spcPts val="0"/>
              </a:spcAft>
              <a:buSzPts val="1800"/>
              <a:buChar char="●"/>
            </a:pPr>
            <a:r>
              <a:rPr lang="en-US"/>
              <a:t>COLUMN E/ ROW 262: Total revenue collected from new Semaglutide </a:t>
            </a:r>
            <a:r>
              <a:rPr lang="en-US"/>
              <a:t>patients including amount collected for other medications/products such as Phentermine, LipoB12, Baricare ect.</a:t>
            </a:r>
            <a:endParaRPr/>
          </a:p>
          <a:p>
            <a:pPr indent="-342900" lvl="0" marL="457200" rtl="0" algn="l">
              <a:spcBef>
                <a:spcPts val="0"/>
              </a:spcBef>
              <a:spcAft>
                <a:spcPts val="0"/>
              </a:spcAft>
              <a:buSzPts val="1800"/>
              <a:buChar char="●"/>
            </a:pPr>
            <a:r>
              <a:rPr lang="en-US"/>
              <a:t>COLUMN F/ ROW 262: Number of follow up Semaglutide patients seen.</a:t>
            </a:r>
            <a:endParaRPr/>
          </a:p>
          <a:p>
            <a:pPr indent="-342900" lvl="0" marL="457200" rtl="0" algn="l">
              <a:spcBef>
                <a:spcPts val="0"/>
              </a:spcBef>
              <a:spcAft>
                <a:spcPts val="0"/>
              </a:spcAft>
              <a:buSzPts val="1800"/>
              <a:buChar char="●"/>
            </a:pPr>
            <a:r>
              <a:rPr lang="en-US"/>
              <a:t>COLUMN G-I/ ROW 262: Total revenue collected from follow up Semaglutide patients including amount collected for other medications/products such as Phentermine, LipoB12, Baricare ect.</a:t>
            </a:r>
            <a:endParaRPr/>
          </a:p>
          <a:p>
            <a:pPr indent="0" lvl="0" marL="0" rtl="0" algn="l">
              <a:spcBef>
                <a:spcPts val="1000"/>
              </a:spcBef>
              <a:spcAft>
                <a:spcPts val="0"/>
              </a:spcAft>
              <a:buNone/>
            </a:pPr>
            <a:r>
              <a:t/>
            </a:r>
            <a:endParaRPr/>
          </a:p>
        </p:txBody>
      </p:sp>
      <p:pic>
        <p:nvPicPr>
          <p:cNvPr id="166" name="Google Shape;166;g37c561fc7d8_0_6" title="DCR.png"/>
          <p:cNvPicPr preferRelativeResize="0"/>
          <p:nvPr/>
        </p:nvPicPr>
        <p:blipFill>
          <a:blip r:embed="rId3">
            <a:alphaModFix/>
          </a:blip>
          <a:stretch>
            <a:fillRect/>
          </a:stretch>
        </p:blipFill>
        <p:spPr>
          <a:xfrm>
            <a:off x="5405000" y="365125"/>
            <a:ext cx="6482226" cy="2435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7c561fc7d8_0_13"/>
          <p:cNvSpPr txBox="1"/>
          <p:nvPr>
            <p:ph type="title"/>
          </p:nvPr>
        </p:nvSpPr>
        <p:spPr>
          <a:xfrm>
            <a:off x="838200" y="365125"/>
            <a:ext cx="4551000" cy="705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173" name="Google Shape;173;g37c561fc7d8_0_13"/>
          <p:cNvSpPr txBox="1"/>
          <p:nvPr>
            <p:ph idx="1" type="body"/>
          </p:nvPr>
        </p:nvSpPr>
        <p:spPr>
          <a:xfrm>
            <a:off x="425875" y="1243200"/>
            <a:ext cx="4963200" cy="52599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J-L/ ROW 262: Total number of Semaglutide </a:t>
            </a:r>
            <a:r>
              <a:rPr lang="en-US"/>
              <a:t>patients</a:t>
            </a:r>
            <a:r>
              <a:rPr lang="en-US"/>
              <a:t> seen (New + Follow up).</a:t>
            </a:r>
            <a:endParaRPr/>
          </a:p>
          <a:p>
            <a:pPr indent="-342900" lvl="0" marL="457200" rtl="0" algn="l">
              <a:spcBef>
                <a:spcPts val="0"/>
              </a:spcBef>
              <a:spcAft>
                <a:spcPts val="0"/>
              </a:spcAft>
              <a:buSzPts val="1800"/>
              <a:buChar char="●"/>
            </a:pPr>
            <a:r>
              <a:rPr lang="en-US"/>
              <a:t>COLUMN M-O/ ROW 262: Total amount of revenue collected from Semaglutide </a:t>
            </a:r>
            <a:r>
              <a:rPr lang="en-US"/>
              <a:t>patients</a:t>
            </a:r>
            <a:r>
              <a:rPr lang="en-US"/>
              <a:t> seen ( New SG Revenue + Follow up SG Revenue).</a:t>
            </a:r>
            <a:endParaRPr/>
          </a:p>
          <a:p>
            <a:pPr indent="-342900" lvl="0" marL="457200" rtl="0" algn="l">
              <a:spcBef>
                <a:spcPts val="0"/>
              </a:spcBef>
              <a:spcAft>
                <a:spcPts val="0"/>
              </a:spcAft>
              <a:buSzPts val="1800"/>
              <a:buChar char="●"/>
            </a:pPr>
            <a:r>
              <a:rPr lang="en-US"/>
              <a:t>COLUMN P-Q/ ROW 262: Number of new Tirzepatide patients seen.</a:t>
            </a:r>
            <a:endParaRPr/>
          </a:p>
          <a:p>
            <a:pPr indent="-342900" lvl="0" marL="457200" rtl="0" algn="l">
              <a:spcBef>
                <a:spcPts val="0"/>
              </a:spcBef>
              <a:spcAft>
                <a:spcPts val="0"/>
              </a:spcAft>
              <a:buSzPts val="1800"/>
              <a:buChar char="●"/>
            </a:pPr>
            <a:r>
              <a:rPr lang="en-US"/>
              <a:t>COLUMN R-S/ ROW 262: </a:t>
            </a:r>
            <a:r>
              <a:rPr lang="en-US"/>
              <a:t>Total revenue collected from new Tirzepatide patients including amount collected for other medications/products such as Phentermine, LipoB12, Baricare ect.</a:t>
            </a:r>
            <a:endParaRPr/>
          </a:p>
          <a:p>
            <a:pPr indent="-342900" lvl="0" marL="457200" rtl="0" algn="l">
              <a:spcBef>
                <a:spcPts val="0"/>
              </a:spcBef>
              <a:spcAft>
                <a:spcPts val="0"/>
              </a:spcAft>
              <a:buSzPts val="1800"/>
              <a:buChar char="●"/>
            </a:pPr>
            <a:r>
              <a:rPr lang="en-US"/>
              <a:t>COLUMN T: Total number of Follow up Tirzepatide patients seen.</a:t>
            </a:r>
            <a:endParaRPr/>
          </a:p>
        </p:txBody>
      </p:sp>
      <p:pic>
        <p:nvPicPr>
          <p:cNvPr id="174" name="Google Shape;174;g37c561fc7d8_0_13" title="DCR.png"/>
          <p:cNvPicPr preferRelativeResize="0"/>
          <p:nvPr/>
        </p:nvPicPr>
        <p:blipFill>
          <a:blip r:embed="rId3">
            <a:alphaModFix/>
          </a:blip>
          <a:stretch>
            <a:fillRect/>
          </a:stretch>
        </p:blipFill>
        <p:spPr>
          <a:xfrm>
            <a:off x="5671175" y="365125"/>
            <a:ext cx="6372599" cy="2435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c561fc7d8_0_20"/>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181" name="Google Shape;181;g37c561fc7d8_0_20"/>
          <p:cNvSpPr txBox="1"/>
          <p:nvPr>
            <p:ph idx="1" type="body"/>
          </p:nvPr>
        </p:nvSpPr>
        <p:spPr>
          <a:xfrm>
            <a:off x="566800" y="1227550"/>
            <a:ext cx="47379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U-W/ ROW 262: </a:t>
            </a:r>
            <a:r>
              <a:rPr lang="en-US"/>
              <a:t>Total revenue collected from follow up Tirzepatide patients including amount collected for other medications/products such as Phentermine, LipoB12, Baricare ect.</a:t>
            </a:r>
            <a:endParaRPr/>
          </a:p>
          <a:p>
            <a:pPr indent="-342900" lvl="0" marL="457200" rtl="0" algn="l">
              <a:spcBef>
                <a:spcPts val="0"/>
              </a:spcBef>
              <a:spcAft>
                <a:spcPts val="0"/>
              </a:spcAft>
              <a:buSzPts val="1800"/>
              <a:buChar char="●"/>
            </a:pPr>
            <a:r>
              <a:rPr lang="en-US"/>
              <a:t>COLUMN C/ ROW 266: Total amount of new Phentermine or Bontril patients seen.</a:t>
            </a:r>
            <a:endParaRPr/>
          </a:p>
          <a:p>
            <a:pPr indent="-342900" lvl="0" marL="457200" rtl="0" algn="l">
              <a:spcBef>
                <a:spcPts val="0"/>
              </a:spcBef>
              <a:spcAft>
                <a:spcPts val="0"/>
              </a:spcAft>
              <a:buSzPts val="1800"/>
              <a:buChar char="●"/>
            </a:pPr>
            <a:r>
              <a:rPr lang="en-US"/>
              <a:t>COLUMN E/ ROW 266: Total revenue collected from new Phentermine/Bontril patients including amount collected for LipoB12, Baricare ect.</a:t>
            </a:r>
            <a:endParaRPr/>
          </a:p>
          <a:p>
            <a:pPr indent="-342900" lvl="0" marL="457200" rtl="0" algn="l">
              <a:spcBef>
                <a:spcPts val="0"/>
              </a:spcBef>
              <a:spcAft>
                <a:spcPts val="0"/>
              </a:spcAft>
              <a:buSzPts val="1800"/>
              <a:buChar char="●"/>
            </a:pPr>
            <a:r>
              <a:rPr lang="en-US"/>
              <a:t>COLUMN F/ ROW 266: Total amount of follow up Phentermine/Bontril patients seen.</a:t>
            </a:r>
            <a:endParaRPr/>
          </a:p>
        </p:txBody>
      </p:sp>
      <p:pic>
        <p:nvPicPr>
          <p:cNvPr id="182" name="Google Shape;182;g37c561fc7d8_0_20" title="DCR.png"/>
          <p:cNvPicPr preferRelativeResize="0"/>
          <p:nvPr/>
        </p:nvPicPr>
        <p:blipFill>
          <a:blip r:embed="rId3">
            <a:alphaModFix/>
          </a:blip>
          <a:stretch>
            <a:fillRect/>
          </a:stretch>
        </p:blipFill>
        <p:spPr>
          <a:xfrm>
            <a:off x="5514575" y="365125"/>
            <a:ext cx="6309999" cy="2435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7c561fc7d8_0_27"/>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189" name="Google Shape;189;g37c561fc7d8_0_27"/>
          <p:cNvSpPr txBox="1"/>
          <p:nvPr>
            <p:ph idx="1" type="body"/>
          </p:nvPr>
        </p:nvSpPr>
        <p:spPr>
          <a:xfrm>
            <a:off x="566800" y="1227550"/>
            <a:ext cx="47379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G-I/ ROW 266: </a:t>
            </a:r>
            <a:r>
              <a:rPr lang="en-US"/>
              <a:t>Total revenue collected from follow up Phentermine/Bontril patients including amount collected for LipoB12, Baricare ect.</a:t>
            </a:r>
            <a:endParaRPr/>
          </a:p>
          <a:p>
            <a:pPr indent="-342900" lvl="0" marL="457200" rtl="0" algn="l">
              <a:spcBef>
                <a:spcPts val="0"/>
              </a:spcBef>
              <a:spcAft>
                <a:spcPts val="0"/>
              </a:spcAft>
              <a:buSzPts val="1800"/>
              <a:buChar char="●"/>
            </a:pPr>
            <a:r>
              <a:rPr lang="en-US"/>
              <a:t>COLUMN J-L/ ROW 266: Total number of Phentermine/Bontril patients seen (New + Follow up).</a:t>
            </a:r>
            <a:endParaRPr/>
          </a:p>
          <a:p>
            <a:pPr indent="-342900" lvl="0" marL="457200" rtl="0" algn="l">
              <a:spcBef>
                <a:spcPts val="0"/>
              </a:spcBef>
              <a:spcAft>
                <a:spcPts val="0"/>
              </a:spcAft>
              <a:buSzPts val="1800"/>
              <a:buChar char="●"/>
            </a:pPr>
            <a:r>
              <a:rPr lang="en-US"/>
              <a:t>COLUMN M-O/ ROW 266: Total amount of revenue collected from Phentermine/Bontril patients seen ( New PILL Revenue + Follow up PILL Revenue).</a:t>
            </a:r>
            <a:endParaRPr/>
          </a:p>
        </p:txBody>
      </p:sp>
      <p:pic>
        <p:nvPicPr>
          <p:cNvPr id="190" name="Google Shape;190;g37c561fc7d8_0_27" title="DCR.png"/>
          <p:cNvPicPr preferRelativeResize="0"/>
          <p:nvPr/>
        </p:nvPicPr>
        <p:blipFill>
          <a:blip r:embed="rId3">
            <a:alphaModFix/>
          </a:blip>
          <a:stretch>
            <a:fillRect/>
          </a:stretch>
        </p:blipFill>
        <p:spPr>
          <a:xfrm>
            <a:off x="5514575" y="365125"/>
            <a:ext cx="6309999" cy="2435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7c561fc7d8_0_34"/>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197" name="Google Shape;197;g37c561fc7d8_0_34"/>
          <p:cNvSpPr txBox="1"/>
          <p:nvPr>
            <p:ph idx="1" type="body"/>
          </p:nvPr>
        </p:nvSpPr>
        <p:spPr>
          <a:xfrm>
            <a:off x="566800" y="1227550"/>
            <a:ext cx="47379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P-S/ ROW 266: All other </a:t>
            </a:r>
            <a:r>
              <a:rPr lang="en-US"/>
              <a:t>revenue</a:t>
            </a:r>
            <a:r>
              <a:rPr lang="en-US"/>
              <a:t> collected from who are not listed as follow up or new. This revenue can be for anything we charge for in our office as long as the patient is not considered new or follow up that day.</a:t>
            </a:r>
            <a:endParaRPr/>
          </a:p>
          <a:p>
            <a:pPr indent="-342900" lvl="0" marL="457200" rtl="0" algn="l">
              <a:spcBef>
                <a:spcPts val="0"/>
              </a:spcBef>
              <a:spcAft>
                <a:spcPts val="0"/>
              </a:spcAft>
              <a:buSzPts val="1800"/>
              <a:buChar char="●"/>
            </a:pPr>
            <a:r>
              <a:rPr lang="en-US"/>
              <a:t>COLUMN T-V/ ROW 266: Total Revenue collected from all patients that clinic day.</a:t>
            </a:r>
            <a:endParaRPr/>
          </a:p>
          <a:p>
            <a:pPr indent="-342900" lvl="0" marL="457200" rtl="0" algn="l">
              <a:spcBef>
                <a:spcPts val="0"/>
              </a:spcBef>
              <a:spcAft>
                <a:spcPts val="0"/>
              </a:spcAft>
              <a:buSzPts val="1800"/>
              <a:buChar char="●"/>
            </a:pPr>
            <a:r>
              <a:rPr lang="en-US"/>
              <a:t>COLUMNS C-V/ ROWS 260-266: All data in this section is entered in on Gross Pat. Count tab located on the Breakdown for that month/clinic day.</a:t>
            </a:r>
            <a:endParaRPr/>
          </a:p>
          <a:p>
            <a:pPr indent="-342900" lvl="0" marL="457200" rtl="0" algn="l">
              <a:spcBef>
                <a:spcPts val="0"/>
              </a:spcBef>
              <a:spcAft>
                <a:spcPts val="0"/>
              </a:spcAft>
              <a:buSzPts val="1800"/>
              <a:buChar char="●"/>
            </a:pPr>
            <a:r>
              <a:rPr lang="en-US"/>
              <a:t>COLUMN B/ ROW 270: Sum of all </a:t>
            </a:r>
            <a:r>
              <a:rPr lang="en-US"/>
              <a:t>revenue</a:t>
            </a:r>
            <a:r>
              <a:rPr lang="en-US"/>
              <a:t> in OV COLUMN E.</a:t>
            </a:r>
            <a:endParaRPr/>
          </a:p>
        </p:txBody>
      </p:sp>
      <p:pic>
        <p:nvPicPr>
          <p:cNvPr id="198" name="Google Shape;198;g37c561fc7d8_0_34" title="DCR.png"/>
          <p:cNvPicPr preferRelativeResize="0"/>
          <p:nvPr/>
        </p:nvPicPr>
        <p:blipFill>
          <a:blip r:embed="rId3">
            <a:alphaModFix/>
          </a:blip>
          <a:stretch>
            <a:fillRect/>
          </a:stretch>
        </p:blipFill>
        <p:spPr>
          <a:xfrm>
            <a:off x="5514575" y="365125"/>
            <a:ext cx="6309999" cy="2435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7c561fc7d8_0_41"/>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205" name="Google Shape;205;g37c561fc7d8_0_41"/>
          <p:cNvSpPr txBox="1"/>
          <p:nvPr>
            <p:ph idx="1" type="body"/>
          </p:nvPr>
        </p:nvSpPr>
        <p:spPr>
          <a:xfrm>
            <a:off x="566800" y="1227550"/>
            <a:ext cx="47379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C/ ROW 270: Sum of all revenue in BW COLUMN F.</a:t>
            </a:r>
            <a:endParaRPr/>
          </a:p>
          <a:p>
            <a:pPr indent="-342900" lvl="0" marL="457200" rtl="0" algn="l">
              <a:spcBef>
                <a:spcPts val="0"/>
              </a:spcBef>
              <a:spcAft>
                <a:spcPts val="0"/>
              </a:spcAft>
              <a:buSzPts val="1800"/>
              <a:buChar char="●"/>
            </a:pPr>
            <a:r>
              <a:rPr lang="en-US"/>
              <a:t>COLUMN E-F/ ROW 270: Sum of all </a:t>
            </a:r>
            <a:r>
              <a:rPr lang="en-US"/>
              <a:t>revenue</a:t>
            </a:r>
            <a:r>
              <a:rPr lang="en-US"/>
              <a:t> in B12 Lipo Injection COLUMN I.</a:t>
            </a:r>
            <a:endParaRPr/>
          </a:p>
          <a:p>
            <a:pPr indent="-342900" lvl="0" marL="457200" rtl="0" algn="l">
              <a:spcBef>
                <a:spcPts val="0"/>
              </a:spcBef>
              <a:spcAft>
                <a:spcPts val="0"/>
              </a:spcAft>
              <a:buSzPts val="1800"/>
              <a:buChar char="●"/>
            </a:pPr>
            <a:r>
              <a:rPr lang="en-US"/>
              <a:t>COLUMN G-I/ ROW 270: </a:t>
            </a:r>
            <a:r>
              <a:rPr lang="en-US"/>
              <a:t>Sum</a:t>
            </a:r>
            <a:r>
              <a:rPr lang="en-US"/>
              <a:t> of all </a:t>
            </a:r>
            <a:r>
              <a:rPr lang="en-US"/>
              <a:t>revenue</a:t>
            </a:r>
            <a:r>
              <a:rPr lang="en-US"/>
              <a:t> in Sema Injection COLUMN M.</a:t>
            </a:r>
            <a:endParaRPr/>
          </a:p>
          <a:p>
            <a:pPr indent="-342900" lvl="0" marL="457200" rtl="0" algn="l">
              <a:spcBef>
                <a:spcPts val="0"/>
              </a:spcBef>
              <a:spcAft>
                <a:spcPts val="0"/>
              </a:spcAft>
              <a:buSzPts val="1800"/>
              <a:buChar char="●"/>
            </a:pPr>
            <a:r>
              <a:rPr lang="en-US"/>
              <a:t>COLUMN J-L/ ROW 270: Sum of all </a:t>
            </a:r>
            <a:r>
              <a:rPr lang="en-US"/>
              <a:t>revenue</a:t>
            </a:r>
            <a:r>
              <a:rPr lang="en-US"/>
              <a:t> in TRZ Injection COLUMN R.</a:t>
            </a:r>
            <a:endParaRPr/>
          </a:p>
          <a:p>
            <a:pPr indent="-342900" lvl="0" marL="457200" rtl="0" algn="l">
              <a:spcBef>
                <a:spcPts val="0"/>
              </a:spcBef>
              <a:spcAft>
                <a:spcPts val="0"/>
              </a:spcAft>
              <a:buSzPts val="1800"/>
              <a:buChar char="●"/>
            </a:pPr>
            <a:r>
              <a:rPr lang="en-US"/>
              <a:t>COLUMN M-N/ ROW 270: Sum of all revenue in Supplements COLUMN V.</a:t>
            </a:r>
            <a:endParaRPr/>
          </a:p>
          <a:p>
            <a:pPr indent="-342900" lvl="0" marL="457200" rtl="0" algn="l">
              <a:spcBef>
                <a:spcPts val="0"/>
              </a:spcBef>
              <a:spcAft>
                <a:spcPts val="0"/>
              </a:spcAft>
              <a:buSzPts val="1800"/>
              <a:buChar char="●"/>
            </a:pPr>
            <a:r>
              <a:rPr lang="en-US"/>
              <a:t>COLUMN O-Q/ ROW 270: Sumn of LipoB12 shot cards sold.</a:t>
            </a:r>
            <a:endParaRPr/>
          </a:p>
          <a:p>
            <a:pPr indent="-342900" lvl="0" marL="457200" rtl="0" algn="l">
              <a:spcBef>
                <a:spcPts val="0"/>
              </a:spcBef>
              <a:spcAft>
                <a:spcPts val="0"/>
              </a:spcAft>
              <a:buSzPts val="1800"/>
              <a:buChar char="●"/>
            </a:pPr>
            <a:r>
              <a:rPr lang="en-US"/>
              <a:t>COLUMN R-S/ ROW 270: Sum of all revenue in Drinks COLUMN X.</a:t>
            </a:r>
            <a:endParaRPr/>
          </a:p>
        </p:txBody>
      </p:sp>
      <p:pic>
        <p:nvPicPr>
          <p:cNvPr id="206" name="Google Shape;206;g37c561fc7d8_0_41" title="DCR.png"/>
          <p:cNvPicPr preferRelativeResize="0"/>
          <p:nvPr/>
        </p:nvPicPr>
        <p:blipFill>
          <a:blip r:embed="rId3">
            <a:alphaModFix/>
          </a:blip>
          <a:stretch>
            <a:fillRect/>
          </a:stretch>
        </p:blipFill>
        <p:spPr>
          <a:xfrm>
            <a:off x="5514575" y="365125"/>
            <a:ext cx="6309999" cy="2435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7c561fc7d8_0_48"/>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BREAKDOWN DATA</a:t>
            </a:r>
            <a:endParaRPr/>
          </a:p>
        </p:txBody>
      </p:sp>
      <p:sp>
        <p:nvSpPr>
          <p:cNvPr id="213" name="Google Shape;213;g37c561fc7d8_0_48"/>
          <p:cNvSpPr txBox="1"/>
          <p:nvPr>
            <p:ph idx="1" type="body"/>
          </p:nvPr>
        </p:nvSpPr>
        <p:spPr>
          <a:xfrm>
            <a:off x="566800" y="1227550"/>
            <a:ext cx="47379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COLUMN T-U/ ROW 270: Sum of all </a:t>
            </a:r>
            <a:r>
              <a:rPr lang="en-US"/>
              <a:t>revenue</a:t>
            </a:r>
            <a:r>
              <a:rPr lang="en-US"/>
              <a:t> in Tax COLUMN Z.</a:t>
            </a:r>
            <a:endParaRPr/>
          </a:p>
          <a:p>
            <a:pPr indent="-342900" lvl="0" marL="457200" rtl="0" algn="l">
              <a:spcBef>
                <a:spcPts val="0"/>
              </a:spcBef>
              <a:spcAft>
                <a:spcPts val="0"/>
              </a:spcAft>
              <a:buSzPts val="1800"/>
              <a:buChar char="●"/>
            </a:pPr>
            <a:r>
              <a:rPr lang="en-US"/>
              <a:t>COLUMN V-W/ ROW 270: Sum of all </a:t>
            </a:r>
            <a:r>
              <a:rPr lang="en-US"/>
              <a:t>revenue</a:t>
            </a:r>
            <a:r>
              <a:rPr lang="en-US"/>
              <a:t> in Total COLUMN AA.</a:t>
            </a:r>
            <a:endParaRPr/>
          </a:p>
        </p:txBody>
      </p:sp>
      <p:pic>
        <p:nvPicPr>
          <p:cNvPr id="214" name="Google Shape;214;g37c561fc7d8_0_48" title="DCR.png"/>
          <p:cNvPicPr preferRelativeResize="0"/>
          <p:nvPr/>
        </p:nvPicPr>
        <p:blipFill>
          <a:blip r:embed="rId3">
            <a:alphaModFix/>
          </a:blip>
          <a:stretch>
            <a:fillRect/>
          </a:stretch>
        </p:blipFill>
        <p:spPr>
          <a:xfrm>
            <a:off x="5514575" y="365125"/>
            <a:ext cx="6309999" cy="2435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7c561fc7d8_0_55"/>
          <p:cNvSpPr txBox="1"/>
          <p:nvPr>
            <p:ph type="title"/>
          </p:nvPr>
        </p:nvSpPr>
        <p:spPr>
          <a:xfrm>
            <a:off x="838200" y="365125"/>
            <a:ext cx="4466400" cy="768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NOTES</a:t>
            </a:r>
            <a:endParaRPr/>
          </a:p>
        </p:txBody>
      </p:sp>
      <p:sp>
        <p:nvSpPr>
          <p:cNvPr id="221" name="Google Shape;221;g37c561fc7d8_0_55"/>
          <p:cNvSpPr txBox="1"/>
          <p:nvPr>
            <p:ph idx="1" type="body"/>
          </p:nvPr>
        </p:nvSpPr>
        <p:spPr>
          <a:xfrm>
            <a:off x="566800" y="1227550"/>
            <a:ext cx="11054100" cy="5275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US"/>
              <a:t>For breakdown data, a patient that </a:t>
            </a:r>
            <a:r>
              <a:rPr lang="en-US"/>
              <a:t>receives</a:t>
            </a:r>
            <a:r>
              <a:rPr lang="en-US"/>
              <a:t> Semaglutide or Tirzepatide all </a:t>
            </a:r>
            <a:r>
              <a:rPr lang="en-US"/>
              <a:t>revenue</a:t>
            </a:r>
            <a:r>
              <a:rPr lang="en-US"/>
              <a:t> collected from that patient including for other medications will go under Semaglutide or TIrzepatide totals. For Example if a new patient </a:t>
            </a:r>
            <a:r>
              <a:rPr lang="en-US"/>
              <a:t>receives Phentermine</a:t>
            </a:r>
            <a:r>
              <a:rPr lang="en-US"/>
              <a:t> and </a:t>
            </a:r>
            <a:r>
              <a:rPr lang="en-US"/>
              <a:t>Semaglutide all revenue for that patient would go under semaglutide as well as the count for a new semaglutide. This data would not go under Pills as GLP takes president.</a:t>
            </a:r>
            <a:endParaRPr/>
          </a:p>
          <a:p>
            <a:pPr indent="-342900" lvl="0" marL="457200" rtl="0" algn="l">
              <a:spcBef>
                <a:spcPts val="0"/>
              </a:spcBef>
              <a:spcAft>
                <a:spcPts val="0"/>
              </a:spcAft>
              <a:buSzPts val="1800"/>
              <a:buChar char="●"/>
            </a:pPr>
            <a:r>
              <a:rPr lang="en-US"/>
              <a:t>Please add Total TRZ (Tirzepatide) Patients to breakdown data.</a:t>
            </a:r>
            <a:endParaRPr/>
          </a:p>
          <a:p>
            <a:pPr indent="-342900" lvl="0" marL="457200" rtl="0" algn="l">
              <a:spcBef>
                <a:spcPts val="0"/>
              </a:spcBef>
              <a:spcAft>
                <a:spcPts val="0"/>
              </a:spcAft>
              <a:buSzPts val="1800"/>
              <a:buChar char="●"/>
            </a:pPr>
            <a:r>
              <a:rPr lang="en-US"/>
              <a:t>Please add Total TRZ (Tirzepatide) Revenue to breakdown data.</a:t>
            </a:r>
            <a:endParaRPr/>
          </a:p>
          <a:p>
            <a:pPr indent="-342900" lvl="0" marL="457200" rtl="0" algn="l">
              <a:spcBef>
                <a:spcPts val="0"/>
              </a:spcBef>
              <a:spcAft>
                <a:spcPts val="0"/>
              </a:spcAft>
              <a:buSzPts val="1800"/>
              <a:buChar char="●"/>
            </a:pPr>
            <a:r>
              <a:rPr lang="en-US"/>
              <a:t>Please add Total Sema &amp; TRZ (TIzepatide) cards sold to breakdown data.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2025-07-06T16:05:04Z</dcterms:created>
  <dc:creator>Carley Rae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